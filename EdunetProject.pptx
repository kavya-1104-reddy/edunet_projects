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6"/>
  </p:notesMasterIdLst>
  <p:sldIdLst>
    <p:sldId id="283" r:id="rId2"/>
    <p:sldId id="257" r:id="rId3"/>
    <p:sldId id="282" r:id="rId4"/>
    <p:sldId id="284" r:id="rId5"/>
    <p:sldId id="285" r:id="rId6"/>
    <p:sldId id="287" r:id="rId7"/>
    <p:sldId id="279" r:id="rId8"/>
    <p:sldId id="262" r:id="rId9"/>
    <p:sldId id="264" r:id="rId10"/>
    <p:sldId id="288" r:id="rId11"/>
    <p:sldId id="286" r:id="rId12"/>
    <p:sldId id="277" r:id="rId13"/>
    <p:sldId id="280" r:id="rId14"/>
    <p:sldId id="276"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658BC583-C496-4061-8DD9-4EE8935CA791}">
          <p14:sldIdLst>
            <p14:sldId id="283"/>
            <p14:sldId id="257"/>
            <p14:sldId id="282"/>
            <p14:sldId id="284"/>
            <p14:sldId id="285"/>
          </p14:sldIdLst>
        </p14:section>
        <p14:section name="Untitled Section" id="{792EE54C-BA3C-4915-B2DA-EA8D115AD215}">
          <p14:sldIdLst>
            <p14:sldId id="287"/>
            <p14:sldId id="279"/>
            <p14:sldId id="262"/>
            <p14:sldId id="264"/>
            <p14:sldId id="288"/>
            <p14:sldId id="286"/>
            <p14:sldId id="277"/>
            <p14:sldId id="280"/>
            <p14:sldId id="276"/>
          </p14:sldIdLst>
        </p14:section>
      </p14:sectionLst>
    </p:ex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57FF07B-2BD2-48C7-B935-958FEDFC88AB}" v="89" dt="2026-06-03T14:12:12.687"/>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86"/>
  </p:normalViewPr>
  <p:slideViewPr>
    <p:cSldViewPr snapToGrid="0">
      <p:cViewPr varScale="1">
        <p:scale>
          <a:sx n="64" d="100"/>
          <a:sy n="64" d="100"/>
        </p:scale>
        <p:origin x="126"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notesMaster" Target="notesMasters/notesMaster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 Navya sree" userId="1b698cf971f5afae" providerId="LiveId" clId="{DBABD78F-328A-4FCC-BA8A-AE35FA2CBFA5}"/>
    <pc:docChg chg="undo redo custSel addSld delSld modSld sldOrd modSection">
      <pc:chgData name="A Navya sree" userId="1b698cf971f5afae" providerId="LiveId" clId="{DBABD78F-328A-4FCC-BA8A-AE35FA2CBFA5}" dt="2026-06-03T14:12:15.742" v="417" actId="3062"/>
      <pc:docMkLst>
        <pc:docMk/>
      </pc:docMkLst>
      <pc:sldChg chg="addSp delSp modSp mod">
        <pc:chgData name="A Navya sree" userId="1b698cf971f5afae" providerId="LiveId" clId="{DBABD78F-328A-4FCC-BA8A-AE35FA2CBFA5}" dt="2026-06-03T13:45:38.331" v="310" actId="3062"/>
        <pc:sldMkLst>
          <pc:docMk/>
          <pc:sldMk cId="0" sldId="262"/>
        </pc:sldMkLst>
        <pc:spChg chg="mod">
          <ac:chgData name="A Navya sree" userId="1b698cf971f5afae" providerId="LiveId" clId="{DBABD78F-328A-4FCC-BA8A-AE35FA2CBFA5}" dt="2026-06-03T13:45:38.331" v="310" actId="3062"/>
          <ac:spMkLst>
            <pc:docMk/>
            <pc:sldMk cId="0" sldId="262"/>
            <ac:spMk id="2" creationId="{78578745-3233-E2C4-2AF4-55BA57C68D3F}"/>
          </ac:spMkLst>
        </pc:spChg>
        <pc:spChg chg="add mod">
          <ac:chgData name="A Navya sree" userId="1b698cf971f5afae" providerId="LiveId" clId="{DBABD78F-328A-4FCC-BA8A-AE35FA2CBFA5}" dt="2026-06-03T12:23:25.953" v="6" actId="14100"/>
          <ac:spMkLst>
            <pc:docMk/>
            <pc:sldMk cId="0" sldId="262"/>
            <ac:spMk id="4" creationId="{51B8705E-89D7-B52C-81E9-FB87BA6034FB}"/>
          </ac:spMkLst>
        </pc:spChg>
        <pc:spChg chg="add">
          <ac:chgData name="A Navya sree" userId="1b698cf971f5afae" providerId="LiveId" clId="{DBABD78F-328A-4FCC-BA8A-AE35FA2CBFA5}" dt="2026-06-03T12:23:28.098" v="7"/>
          <ac:spMkLst>
            <pc:docMk/>
            <pc:sldMk cId="0" sldId="262"/>
            <ac:spMk id="5" creationId="{D32D1E59-DA8E-7140-845D-BCB5CF385020}"/>
          </ac:spMkLst>
        </pc:spChg>
        <pc:spChg chg="add mod">
          <ac:chgData name="A Navya sree" userId="1b698cf971f5afae" providerId="LiveId" clId="{DBABD78F-328A-4FCC-BA8A-AE35FA2CBFA5}" dt="2026-06-03T12:23:33.838" v="8"/>
          <ac:spMkLst>
            <pc:docMk/>
            <pc:sldMk cId="0" sldId="262"/>
            <ac:spMk id="6" creationId="{D717A1A0-76E4-D83D-CF94-3DD1132A5BB8}"/>
          </ac:spMkLst>
        </pc:spChg>
        <pc:spChg chg="add mod">
          <ac:chgData name="A Navya sree" userId="1b698cf971f5afae" providerId="LiveId" clId="{DBABD78F-328A-4FCC-BA8A-AE35FA2CBFA5}" dt="2026-06-03T12:23:38.650" v="10"/>
          <ac:spMkLst>
            <pc:docMk/>
            <pc:sldMk cId="0" sldId="262"/>
            <ac:spMk id="7" creationId="{41FB6CAC-AF55-30B8-A987-D416F58DD08D}"/>
          </ac:spMkLst>
        </pc:spChg>
        <pc:spChg chg="add mod">
          <ac:chgData name="A Navya sree" userId="1b698cf971f5afae" providerId="LiveId" clId="{DBABD78F-328A-4FCC-BA8A-AE35FA2CBFA5}" dt="2026-06-03T13:45:31.020" v="309" actId="33987"/>
          <ac:spMkLst>
            <pc:docMk/>
            <pc:sldMk cId="0" sldId="262"/>
            <ac:spMk id="10" creationId="{8C21FB2F-FF95-E5D5-E739-FBD432F796D7}"/>
          </ac:spMkLst>
        </pc:spChg>
        <pc:picChg chg="add del mod">
          <ac:chgData name="A Navya sree" userId="1b698cf971f5afae" providerId="LiveId" clId="{DBABD78F-328A-4FCC-BA8A-AE35FA2CBFA5}" dt="2026-06-03T12:23:03.170" v="3" actId="21"/>
          <ac:picMkLst>
            <pc:docMk/>
            <pc:sldMk cId="0" sldId="262"/>
            <ac:picMk id="3" creationId="{00000000-0000-0000-0000-000000000000}"/>
          </ac:picMkLst>
        </pc:picChg>
        <pc:picChg chg="add mod">
          <ac:chgData name="A Navya sree" userId="1b698cf971f5afae" providerId="LiveId" clId="{DBABD78F-328A-4FCC-BA8A-AE35FA2CBFA5}" dt="2026-06-03T12:24:05.944" v="20" actId="1440"/>
          <ac:picMkLst>
            <pc:docMk/>
            <pc:sldMk cId="0" sldId="262"/>
            <ac:picMk id="9" creationId="{BD12A09D-F11A-0198-E25E-C608C730F4DA}"/>
          </ac:picMkLst>
        </pc:picChg>
        <pc:picChg chg="del">
          <ac:chgData name="A Navya sree" userId="1b698cf971f5afae" providerId="LiveId" clId="{DBABD78F-328A-4FCC-BA8A-AE35FA2CBFA5}" dt="2026-06-03T12:22:49.647" v="1" actId="21"/>
          <ac:picMkLst>
            <pc:docMk/>
            <pc:sldMk cId="0" sldId="262"/>
            <ac:picMk id="178" creationId="{00000000-0000-0000-0000-000000000000}"/>
          </ac:picMkLst>
        </pc:picChg>
      </pc:sldChg>
      <pc:sldChg chg="addSp modSp mod">
        <pc:chgData name="A Navya sree" userId="1b698cf971f5afae" providerId="LiveId" clId="{DBABD78F-328A-4FCC-BA8A-AE35FA2CBFA5}" dt="2026-06-03T13:56:27.737" v="336" actId="20577"/>
        <pc:sldMkLst>
          <pc:docMk/>
          <pc:sldMk cId="0" sldId="264"/>
        </pc:sldMkLst>
        <pc:spChg chg="mod">
          <ac:chgData name="A Navya sree" userId="1b698cf971f5afae" providerId="LiveId" clId="{DBABD78F-328A-4FCC-BA8A-AE35FA2CBFA5}" dt="2026-06-03T13:56:27.737" v="336" actId="20577"/>
          <ac:spMkLst>
            <pc:docMk/>
            <pc:sldMk cId="0" sldId="264"/>
            <ac:spMk id="2" creationId="{B84A7B44-8B20-5A39-ED43-DA98D0FC7976}"/>
          </ac:spMkLst>
        </pc:spChg>
        <pc:spChg chg="mod">
          <ac:chgData name="A Navya sree" userId="1b698cf971f5afae" providerId="LiveId" clId="{DBABD78F-328A-4FCC-BA8A-AE35FA2CBFA5}" dt="2026-06-03T13:52:33.171" v="320" actId="1076"/>
          <ac:spMkLst>
            <pc:docMk/>
            <pc:sldMk cId="0" sldId="264"/>
            <ac:spMk id="3" creationId="{322462E8-EB3A-DA7D-44CB-4E757803A755}"/>
          </ac:spMkLst>
        </pc:spChg>
        <pc:spChg chg="add mod">
          <ac:chgData name="A Navya sree" userId="1b698cf971f5afae" providerId="LiveId" clId="{DBABD78F-328A-4FCC-BA8A-AE35FA2CBFA5}" dt="2026-06-03T13:52:49.077" v="323" actId="33987"/>
          <ac:spMkLst>
            <pc:docMk/>
            <pc:sldMk cId="0" sldId="264"/>
            <ac:spMk id="4" creationId="{EEB31BEA-5365-D99A-C184-073B4F6F5183}"/>
          </ac:spMkLst>
        </pc:spChg>
      </pc:sldChg>
      <pc:sldChg chg="add del">
        <pc:chgData name="A Navya sree" userId="1b698cf971f5afae" providerId="LiveId" clId="{DBABD78F-328A-4FCC-BA8A-AE35FA2CBFA5}" dt="2026-06-03T13:57:45.733" v="345" actId="2696"/>
        <pc:sldMkLst>
          <pc:docMk/>
          <pc:sldMk cId="2770927144" sldId="278"/>
        </pc:sldMkLst>
      </pc:sldChg>
      <pc:sldChg chg="addSp modSp del mod">
        <pc:chgData name="A Navya sree" userId="1b698cf971f5afae" providerId="LiveId" clId="{DBABD78F-328A-4FCC-BA8A-AE35FA2CBFA5}" dt="2026-06-03T13:56:35.913" v="337" actId="2696"/>
        <pc:sldMkLst>
          <pc:docMk/>
          <pc:sldMk cId="3764405840" sldId="278"/>
        </pc:sldMkLst>
        <pc:spChg chg="mod">
          <ac:chgData name="A Navya sree" userId="1b698cf971f5afae" providerId="LiveId" clId="{DBABD78F-328A-4FCC-BA8A-AE35FA2CBFA5}" dt="2026-06-03T13:56:25.480" v="334" actId="20577"/>
          <ac:spMkLst>
            <pc:docMk/>
            <pc:sldMk cId="3764405840" sldId="278"/>
            <ac:spMk id="3" creationId="{4A7608B5-9906-EFCF-959A-E89FC2E3EE19}"/>
          </ac:spMkLst>
        </pc:spChg>
        <pc:spChg chg="add">
          <ac:chgData name="A Navya sree" userId="1b698cf971f5afae" providerId="LiveId" clId="{DBABD78F-328A-4FCC-BA8A-AE35FA2CBFA5}" dt="2026-06-03T13:56:03.675" v="330"/>
          <ac:spMkLst>
            <pc:docMk/>
            <pc:sldMk cId="3764405840" sldId="278"/>
            <ac:spMk id="4" creationId="{986C7B87-81F0-F99C-3053-2E108CFD0721}"/>
          </ac:spMkLst>
        </pc:spChg>
        <pc:spChg chg="add">
          <ac:chgData name="A Navya sree" userId="1b698cf971f5afae" providerId="LiveId" clId="{DBABD78F-328A-4FCC-BA8A-AE35FA2CBFA5}" dt="2026-06-03T13:56:21.687" v="333"/>
          <ac:spMkLst>
            <pc:docMk/>
            <pc:sldMk cId="3764405840" sldId="278"/>
            <ac:spMk id="5" creationId="{28B9EBC8-AF73-DB3F-829B-2123DD89B03A}"/>
          </ac:spMkLst>
        </pc:spChg>
      </pc:sldChg>
      <pc:sldChg chg="addSp delSp modSp mod">
        <pc:chgData name="A Navya sree" userId="1b698cf971f5afae" providerId="LiveId" clId="{DBABD78F-328A-4FCC-BA8A-AE35FA2CBFA5}" dt="2026-06-03T13:44:45.770" v="304" actId="20577"/>
        <pc:sldMkLst>
          <pc:docMk/>
          <pc:sldMk cId="2772501912" sldId="279"/>
        </pc:sldMkLst>
        <pc:spChg chg="mod">
          <ac:chgData name="A Navya sree" userId="1b698cf971f5afae" providerId="LiveId" clId="{DBABD78F-328A-4FCC-BA8A-AE35FA2CBFA5}" dt="2026-06-03T13:44:45.770" v="304" actId="20577"/>
          <ac:spMkLst>
            <pc:docMk/>
            <pc:sldMk cId="2772501912" sldId="279"/>
            <ac:spMk id="2" creationId="{B64CF172-D2AF-03D8-F919-AA7827A0D969}"/>
          </ac:spMkLst>
        </pc:spChg>
        <pc:spChg chg="add">
          <ac:chgData name="A Navya sree" userId="1b698cf971f5afae" providerId="LiveId" clId="{DBABD78F-328A-4FCC-BA8A-AE35FA2CBFA5}" dt="2026-06-03T12:24:40.999" v="21"/>
          <ac:spMkLst>
            <pc:docMk/>
            <pc:sldMk cId="2772501912" sldId="279"/>
            <ac:spMk id="4" creationId="{2C251CC5-0AF0-F954-1B91-14590EA866F3}"/>
          </ac:spMkLst>
        </pc:spChg>
        <pc:spChg chg="add mod">
          <ac:chgData name="A Navya sree" userId="1b698cf971f5afae" providerId="LiveId" clId="{DBABD78F-328A-4FCC-BA8A-AE35FA2CBFA5}" dt="2026-06-03T13:44:30.266" v="300" actId="33987"/>
          <ac:spMkLst>
            <pc:docMk/>
            <pc:sldMk cId="2772501912" sldId="279"/>
            <ac:spMk id="7" creationId="{8E967752-CACB-57EA-23B5-342B10E50EAA}"/>
          </ac:spMkLst>
        </pc:spChg>
        <pc:picChg chg="del">
          <ac:chgData name="A Navya sree" userId="1b698cf971f5afae" providerId="LiveId" clId="{DBABD78F-328A-4FCC-BA8A-AE35FA2CBFA5}" dt="2026-06-03T12:17:08.548" v="0" actId="21"/>
          <ac:picMkLst>
            <pc:docMk/>
            <pc:sldMk cId="2772501912" sldId="279"/>
            <ac:picMk id="3" creationId="{11BF3590-52D3-DC9D-2C84-E66D9597D77D}"/>
          </ac:picMkLst>
        </pc:picChg>
        <pc:picChg chg="add mod modCrop">
          <ac:chgData name="A Navya sree" userId="1b698cf971f5afae" providerId="LiveId" clId="{DBABD78F-328A-4FCC-BA8A-AE35FA2CBFA5}" dt="2026-06-03T13:43:54.752" v="295" actId="1076"/>
          <ac:picMkLst>
            <pc:docMk/>
            <pc:sldMk cId="2772501912" sldId="279"/>
            <ac:picMk id="6" creationId="{E687094A-7582-5978-858E-D2C8F168B0A0}"/>
          </ac:picMkLst>
        </pc:picChg>
      </pc:sldChg>
      <pc:sldChg chg="addSp modSp mod">
        <pc:chgData name="A Navya sree" userId="1b698cf971f5afae" providerId="LiveId" clId="{DBABD78F-328A-4FCC-BA8A-AE35FA2CBFA5}" dt="2026-06-03T14:12:15.742" v="417" actId="3062"/>
        <pc:sldMkLst>
          <pc:docMk/>
          <pc:sldMk cId="2136706720" sldId="280"/>
        </pc:sldMkLst>
        <pc:spChg chg="add mod">
          <ac:chgData name="A Navya sree" userId="1b698cf971f5afae" providerId="LiveId" clId="{DBABD78F-328A-4FCC-BA8A-AE35FA2CBFA5}" dt="2026-06-03T14:11:23.071" v="408" actId="1076"/>
          <ac:spMkLst>
            <pc:docMk/>
            <pc:sldMk cId="2136706720" sldId="280"/>
            <ac:spMk id="2" creationId="{C4739D84-E709-0A4B-B058-27C221ADA188}"/>
          </ac:spMkLst>
        </pc:spChg>
        <pc:spChg chg="add mod">
          <ac:chgData name="A Navya sree" userId="1b698cf971f5afae" providerId="LiveId" clId="{DBABD78F-328A-4FCC-BA8A-AE35FA2CBFA5}" dt="2026-06-03T14:12:12.687" v="416" actId="33987"/>
          <ac:spMkLst>
            <pc:docMk/>
            <pc:sldMk cId="2136706720" sldId="280"/>
            <ac:spMk id="3" creationId="{5B7D31D7-E016-FA9D-1714-6E6CB1160318}"/>
          </ac:spMkLst>
        </pc:spChg>
        <pc:spChg chg="mod">
          <ac:chgData name="A Navya sree" userId="1b698cf971f5afae" providerId="LiveId" clId="{DBABD78F-328A-4FCC-BA8A-AE35FA2CBFA5}" dt="2026-06-03T14:12:15.742" v="417" actId="3062"/>
          <ac:spMkLst>
            <pc:docMk/>
            <pc:sldMk cId="2136706720" sldId="280"/>
            <ac:spMk id="278" creationId="{0668C6FD-577A-7288-5642-1AFC22BD04F2}"/>
          </ac:spMkLst>
        </pc:spChg>
        <pc:spChg chg="mod">
          <ac:chgData name="A Navya sree" userId="1b698cf971f5afae" providerId="LiveId" clId="{DBABD78F-328A-4FCC-BA8A-AE35FA2CBFA5}" dt="2026-06-03T14:10:22.493" v="399" actId="1076"/>
          <ac:spMkLst>
            <pc:docMk/>
            <pc:sldMk cId="2136706720" sldId="280"/>
            <ac:spMk id="279" creationId="{EAFA16CB-0A72-5AC5-69A0-ABF4A752B43F}"/>
          </ac:spMkLst>
        </pc:spChg>
      </pc:sldChg>
      <pc:sldChg chg="addSp delSp modSp del mod modClrScheme chgLayout">
        <pc:chgData name="A Navya sree" userId="1b698cf971f5afae" providerId="LiveId" clId="{DBABD78F-328A-4FCC-BA8A-AE35FA2CBFA5}" dt="2026-06-03T13:40:24.825" v="227" actId="2696"/>
        <pc:sldMkLst>
          <pc:docMk/>
          <pc:sldMk cId="328526394" sldId="281"/>
        </pc:sldMkLst>
        <pc:spChg chg="add">
          <ac:chgData name="A Navya sree" userId="1b698cf971f5afae" providerId="LiveId" clId="{DBABD78F-328A-4FCC-BA8A-AE35FA2CBFA5}" dt="2026-06-03T13:35:25.884" v="183"/>
          <ac:spMkLst>
            <pc:docMk/>
            <pc:sldMk cId="328526394" sldId="281"/>
            <ac:spMk id="2" creationId="{E4A78BF9-E22A-25FF-B256-1894433BDD3E}"/>
          </ac:spMkLst>
        </pc:spChg>
        <pc:spChg chg="add">
          <ac:chgData name="A Navya sree" userId="1b698cf971f5afae" providerId="LiveId" clId="{DBABD78F-328A-4FCC-BA8A-AE35FA2CBFA5}" dt="2026-06-03T13:35:49.274" v="187"/>
          <ac:spMkLst>
            <pc:docMk/>
            <pc:sldMk cId="328526394" sldId="281"/>
            <ac:spMk id="3" creationId="{56A8C6A2-7E95-2A66-C3A4-311BC4DA14A2}"/>
          </ac:spMkLst>
        </pc:spChg>
        <pc:spChg chg="add mod">
          <ac:chgData name="A Navya sree" userId="1b698cf971f5afae" providerId="LiveId" clId="{DBABD78F-328A-4FCC-BA8A-AE35FA2CBFA5}" dt="2026-06-03T13:37:21.988" v="198" actId="255"/>
          <ac:spMkLst>
            <pc:docMk/>
            <pc:sldMk cId="328526394" sldId="281"/>
            <ac:spMk id="4" creationId="{BD6AE871-4116-1840-F2D6-DA4DE978A952}"/>
          </ac:spMkLst>
        </pc:spChg>
        <pc:spChg chg="add">
          <ac:chgData name="A Navya sree" userId="1b698cf971f5afae" providerId="LiveId" clId="{DBABD78F-328A-4FCC-BA8A-AE35FA2CBFA5}" dt="2026-06-03T13:37:36.909" v="203"/>
          <ac:spMkLst>
            <pc:docMk/>
            <pc:sldMk cId="328526394" sldId="281"/>
            <ac:spMk id="5" creationId="{D14C1268-0E61-8C10-085F-6CDDED9F7580}"/>
          </ac:spMkLst>
        </pc:spChg>
        <pc:spChg chg="add">
          <ac:chgData name="A Navya sree" userId="1b698cf971f5afae" providerId="LiveId" clId="{DBABD78F-328A-4FCC-BA8A-AE35FA2CBFA5}" dt="2026-06-03T13:38:15.059" v="207"/>
          <ac:spMkLst>
            <pc:docMk/>
            <pc:sldMk cId="328526394" sldId="281"/>
            <ac:spMk id="6" creationId="{ACA41A1F-A573-9461-1DEE-C6780FC75DBC}"/>
          </ac:spMkLst>
        </pc:spChg>
        <pc:spChg chg="add">
          <ac:chgData name="A Navya sree" userId="1b698cf971f5afae" providerId="LiveId" clId="{DBABD78F-328A-4FCC-BA8A-AE35FA2CBFA5}" dt="2026-06-03T13:38:34.860" v="214"/>
          <ac:spMkLst>
            <pc:docMk/>
            <pc:sldMk cId="328526394" sldId="281"/>
            <ac:spMk id="7" creationId="{7F2B9080-B423-3001-2857-06108AFA45D4}"/>
          </ac:spMkLst>
        </pc:spChg>
        <pc:spChg chg="mod ord">
          <ac:chgData name="A Navya sree" userId="1b698cf971f5afae" providerId="LiveId" clId="{DBABD78F-328A-4FCC-BA8A-AE35FA2CBFA5}" dt="2026-06-03T13:40:04.213" v="226" actId="700"/>
          <ac:spMkLst>
            <pc:docMk/>
            <pc:sldMk cId="328526394" sldId="281"/>
            <ac:spMk id="8" creationId="{4A8CEDA9-DB91-0B87-8085-62B67CE59216}"/>
          </ac:spMkLst>
        </pc:spChg>
        <pc:spChg chg="add mod">
          <ac:chgData name="A Navya sree" userId="1b698cf971f5afae" providerId="LiveId" clId="{DBABD78F-328A-4FCC-BA8A-AE35FA2CBFA5}" dt="2026-06-03T13:39:00.321" v="222" actId="1076"/>
          <ac:spMkLst>
            <pc:docMk/>
            <pc:sldMk cId="328526394" sldId="281"/>
            <ac:spMk id="9" creationId="{06EA4D7C-35E6-885C-5AE9-4FA64DB04EC3}"/>
          </ac:spMkLst>
        </pc:spChg>
        <pc:spChg chg="del mod">
          <ac:chgData name="A Navya sree" userId="1b698cf971f5afae" providerId="LiveId" clId="{DBABD78F-328A-4FCC-BA8A-AE35FA2CBFA5}" dt="2026-06-03T13:39:14.803" v="224" actId="21"/>
          <ac:spMkLst>
            <pc:docMk/>
            <pc:sldMk cId="328526394" sldId="281"/>
            <ac:spMk id="10" creationId="{8D88843B-B8DD-D20E-45B0-3F026A38DDD6}"/>
          </ac:spMkLst>
        </pc:spChg>
      </pc:sldChg>
      <pc:sldChg chg="add del">
        <pc:chgData name="A Navya sree" userId="1b698cf971f5afae" providerId="LiveId" clId="{DBABD78F-328A-4FCC-BA8A-AE35FA2CBFA5}" dt="2026-06-03T13:42:20.792" v="272" actId="2696"/>
        <pc:sldMkLst>
          <pc:docMk/>
          <pc:sldMk cId="1963784453" sldId="281"/>
        </pc:sldMkLst>
      </pc:sldChg>
      <pc:sldChg chg="modSp mod">
        <pc:chgData name="A Navya sree" userId="1b698cf971f5afae" providerId="LiveId" clId="{DBABD78F-328A-4FCC-BA8A-AE35FA2CBFA5}" dt="2026-06-03T13:24:15.968" v="128" actId="14100"/>
        <pc:sldMkLst>
          <pc:docMk/>
          <pc:sldMk cId="2952584201" sldId="282"/>
        </pc:sldMkLst>
        <pc:spChg chg="mod">
          <ac:chgData name="A Navya sree" userId="1b698cf971f5afae" providerId="LiveId" clId="{DBABD78F-328A-4FCC-BA8A-AE35FA2CBFA5}" dt="2026-06-03T13:14:32.593" v="81" actId="20577"/>
          <ac:spMkLst>
            <pc:docMk/>
            <pc:sldMk cId="2952584201" sldId="282"/>
            <ac:spMk id="2" creationId="{C6F6745E-14BA-0766-CE1E-32E29663832D}"/>
          </ac:spMkLst>
        </pc:spChg>
        <pc:spChg chg="mod">
          <ac:chgData name="A Navya sree" userId="1b698cf971f5afae" providerId="LiveId" clId="{DBABD78F-328A-4FCC-BA8A-AE35FA2CBFA5}" dt="2026-06-03T13:24:15.968" v="128" actId="14100"/>
          <ac:spMkLst>
            <pc:docMk/>
            <pc:sldMk cId="2952584201" sldId="282"/>
            <ac:spMk id="3" creationId="{3847FA31-EA47-D27A-9D69-AF50A3080AEC}"/>
          </ac:spMkLst>
        </pc:spChg>
      </pc:sldChg>
      <pc:sldChg chg="addSp delSp modSp mod">
        <pc:chgData name="A Navya sree" userId="1b698cf971f5afae" providerId="LiveId" clId="{DBABD78F-328A-4FCC-BA8A-AE35FA2CBFA5}" dt="2026-06-03T13:22:47.302" v="120" actId="1076"/>
        <pc:sldMkLst>
          <pc:docMk/>
          <pc:sldMk cId="4218467252" sldId="284"/>
        </pc:sldMkLst>
        <pc:spChg chg="mod">
          <ac:chgData name="A Navya sree" userId="1b698cf971f5afae" providerId="LiveId" clId="{DBABD78F-328A-4FCC-BA8A-AE35FA2CBFA5}" dt="2026-06-03T13:22:47.302" v="120" actId="1076"/>
          <ac:spMkLst>
            <pc:docMk/>
            <pc:sldMk cId="4218467252" sldId="284"/>
            <ac:spMk id="2" creationId="{07CFCB91-EF22-EB8C-5B0D-4D46021F0245}"/>
          </ac:spMkLst>
        </pc:spChg>
        <pc:spChg chg="del mod">
          <ac:chgData name="A Navya sree" userId="1b698cf971f5afae" providerId="LiveId" clId="{DBABD78F-328A-4FCC-BA8A-AE35FA2CBFA5}" dt="2026-06-03T13:22:24.494" v="117" actId="21"/>
          <ac:spMkLst>
            <pc:docMk/>
            <pc:sldMk cId="4218467252" sldId="284"/>
            <ac:spMk id="3" creationId="{FBD926A1-0833-2949-651F-2AAB4D91A8C9}"/>
          </ac:spMkLst>
        </pc:spChg>
        <pc:spChg chg="add mod">
          <ac:chgData name="A Navya sree" userId="1b698cf971f5afae" providerId="LiveId" clId="{DBABD78F-328A-4FCC-BA8A-AE35FA2CBFA5}" dt="2026-06-03T13:22:36.372" v="119" actId="20577"/>
          <ac:spMkLst>
            <pc:docMk/>
            <pc:sldMk cId="4218467252" sldId="284"/>
            <ac:spMk id="4" creationId="{762C36D0-F78E-3CCD-3C44-288A3C1A5988}"/>
          </ac:spMkLst>
        </pc:spChg>
      </pc:sldChg>
      <pc:sldChg chg="addSp modSp mod">
        <pc:chgData name="A Navya sree" userId="1b698cf971f5afae" providerId="LiveId" clId="{DBABD78F-328A-4FCC-BA8A-AE35FA2CBFA5}" dt="2026-06-03T13:33:11.416" v="180" actId="1076"/>
        <pc:sldMkLst>
          <pc:docMk/>
          <pc:sldMk cId="2290294991" sldId="285"/>
        </pc:sldMkLst>
        <pc:spChg chg="mod">
          <ac:chgData name="A Navya sree" userId="1b698cf971f5afae" providerId="LiveId" clId="{DBABD78F-328A-4FCC-BA8A-AE35FA2CBFA5}" dt="2026-06-03T13:33:11.416" v="180" actId="1076"/>
          <ac:spMkLst>
            <pc:docMk/>
            <pc:sldMk cId="2290294991" sldId="285"/>
            <ac:spMk id="2" creationId="{4A1BF701-ABCA-4DF0-8330-B6AF71EF8E39}"/>
          </ac:spMkLst>
        </pc:spChg>
        <pc:spChg chg="mod">
          <ac:chgData name="A Navya sree" userId="1b698cf971f5afae" providerId="LiveId" clId="{DBABD78F-328A-4FCC-BA8A-AE35FA2CBFA5}" dt="2026-06-03T13:33:01.917" v="179" actId="14100"/>
          <ac:spMkLst>
            <pc:docMk/>
            <pc:sldMk cId="2290294991" sldId="285"/>
            <ac:spMk id="3" creationId="{527F30CC-07EF-8FCC-DA00-C9212F5DAECE}"/>
          </ac:spMkLst>
        </pc:spChg>
        <pc:spChg chg="add mod">
          <ac:chgData name="A Navya sree" userId="1b698cf971f5afae" providerId="LiveId" clId="{DBABD78F-328A-4FCC-BA8A-AE35FA2CBFA5}" dt="2026-06-03T13:32:34.489" v="173" actId="33987"/>
          <ac:spMkLst>
            <pc:docMk/>
            <pc:sldMk cId="2290294991" sldId="285"/>
            <ac:spMk id="4" creationId="{04F617D8-2B63-DDD3-CC7E-6FAD98C5980F}"/>
          </ac:spMkLst>
        </pc:spChg>
      </pc:sldChg>
      <pc:sldChg chg="addSp delSp modSp mod">
        <pc:chgData name="A Navya sree" userId="1b698cf971f5afae" providerId="LiveId" clId="{DBABD78F-328A-4FCC-BA8A-AE35FA2CBFA5}" dt="2026-06-03T14:06:01.822" v="394" actId="20577"/>
        <pc:sldMkLst>
          <pc:docMk/>
          <pc:sldMk cId="917964102" sldId="286"/>
        </pc:sldMkLst>
        <pc:spChg chg="mod">
          <ac:chgData name="A Navya sree" userId="1b698cf971f5afae" providerId="LiveId" clId="{DBABD78F-328A-4FCC-BA8A-AE35FA2CBFA5}" dt="2026-06-03T14:06:01.822" v="394" actId="20577"/>
          <ac:spMkLst>
            <pc:docMk/>
            <pc:sldMk cId="917964102" sldId="286"/>
            <ac:spMk id="2" creationId="{6FA184BA-BCF2-3D7B-30D0-0F3CF30C161B}"/>
          </ac:spMkLst>
        </pc:spChg>
        <pc:spChg chg="del mod">
          <ac:chgData name="A Navya sree" userId="1b698cf971f5afae" providerId="LiveId" clId="{DBABD78F-328A-4FCC-BA8A-AE35FA2CBFA5}" dt="2026-06-03T14:04:26.869" v="381"/>
          <ac:spMkLst>
            <pc:docMk/>
            <pc:sldMk cId="917964102" sldId="286"/>
            <ac:spMk id="3" creationId="{ED65F54F-855A-0DB6-09A6-3212C5F7405B}"/>
          </ac:spMkLst>
        </pc:spChg>
        <pc:spChg chg="add mod">
          <ac:chgData name="A Navya sree" userId="1b698cf971f5afae" providerId="LiveId" clId="{DBABD78F-328A-4FCC-BA8A-AE35FA2CBFA5}" dt="2026-06-03T14:05:10.746" v="386" actId="2711"/>
          <ac:spMkLst>
            <pc:docMk/>
            <pc:sldMk cId="917964102" sldId="286"/>
            <ac:spMk id="4" creationId="{49D22E98-F3C2-61EB-E92F-905A055C20BB}"/>
          </ac:spMkLst>
        </pc:spChg>
        <pc:spChg chg="add mod">
          <ac:chgData name="A Navya sree" userId="1b698cf971f5afae" providerId="LiveId" clId="{DBABD78F-328A-4FCC-BA8A-AE35FA2CBFA5}" dt="2026-06-03T14:05:37.190" v="390" actId="33987"/>
          <ac:spMkLst>
            <pc:docMk/>
            <pc:sldMk cId="917964102" sldId="286"/>
            <ac:spMk id="5" creationId="{B5E6E6CA-C06B-CED9-B0C6-75CD18E071E3}"/>
          </ac:spMkLst>
        </pc:spChg>
      </pc:sldChg>
      <pc:sldChg chg="addSp modSp new mod ord">
        <pc:chgData name="A Navya sree" userId="1b698cf971f5afae" providerId="LiveId" clId="{DBABD78F-328A-4FCC-BA8A-AE35FA2CBFA5}" dt="2026-06-03T13:43:44.365" v="294" actId="255"/>
        <pc:sldMkLst>
          <pc:docMk/>
          <pc:sldMk cId="1840616781" sldId="287"/>
        </pc:sldMkLst>
        <pc:spChg chg="mod">
          <ac:chgData name="A Navya sree" userId="1b698cf971f5afae" providerId="LiveId" clId="{DBABD78F-328A-4FCC-BA8A-AE35FA2CBFA5}" dt="2026-06-03T13:43:25.492" v="292" actId="3062"/>
          <ac:spMkLst>
            <pc:docMk/>
            <pc:sldMk cId="1840616781" sldId="287"/>
            <ac:spMk id="2" creationId="{6959AF8C-9560-9F0F-753C-22038B6E970D}"/>
          </ac:spMkLst>
        </pc:spChg>
        <pc:spChg chg="mod">
          <ac:chgData name="A Navya sree" userId="1b698cf971f5afae" providerId="LiveId" clId="{DBABD78F-328A-4FCC-BA8A-AE35FA2CBFA5}" dt="2026-06-03T13:43:44.365" v="294" actId="255"/>
          <ac:spMkLst>
            <pc:docMk/>
            <pc:sldMk cId="1840616781" sldId="287"/>
            <ac:spMk id="3" creationId="{490F23DC-C619-8AC0-2C48-FF5C38F9D7D4}"/>
          </ac:spMkLst>
        </pc:spChg>
        <pc:spChg chg="add mod">
          <ac:chgData name="A Navya sree" userId="1b698cf971f5afae" providerId="LiveId" clId="{DBABD78F-328A-4FCC-BA8A-AE35FA2CBFA5}" dt="2026-06-03T13:43:15.894" v="291" actId="33987"/>
          <ac:spMkLst>
            <pc:docMk/>
            <pc:sldMk cId="1840616781" sldId="287"/>
            <ac:spMk id="4" creationId="{7328EE3F-B255-9BD5-5E7F-1B3AA69C42E3}"/>
          </ac:spMkLst>
        </pc:spChg>
      </pc:sldChg>
      <pc:sldChg chg="addSp delSp modSp new mod ord">
        <pc:chgData name="A Navya sree" userId="1b698cf971f5afae" providerId="LiveId" clId="{DBABD78F-328A-4FCC-BA8A-AE35FA2CBFA5}" dt="2026-06-03T14:00:18.791" v="371" actId="1076"/>
        <pc:sldMkLst>
          <pc:docMk/>
          <pc:sldMk cId="2746805220" sldId="288"/>
        </pc:sldMkLst>
        <pc:spChg chg="del mod">
          <ac:chgData name="A Navya sree" userId="1b698cf971f5afae" providerId="LiveId" clId="{DBABD78F-328A-4FCC-BA8A-AE35FA2CBFA5}" dt="2026-06-03T13:59:35.283" v="364" actId="21"/>
          <ac:spMkLst>
            <pc:docMk/>
            <pc:sldMk cId="2746805220" sldId="288"/>
            <ac:spMk id="2" creationId="{5A871EEB-C5C4-23D2-4539-6055F72E8D7B}"/>
          </ac:spMkLst>
        </pc:spChg>
        <pc:spChg chg="del">
          <ac:chgData name="A Navya sree" userId="1b698cf971f5afae" providerId="LiveId" clId="{DBABD78F-328A-4FCC-BA8A-AE35FA2CBFA5}" dt="2026-06-03T13:57:18.052" v="342"/>
          <ac:spMkLst>
            <pc:docMk/>
            <pc:sldMk cId="2746805220" sldId="288"/>
            <ac:spMk id="3" creationId="{9CBA6CAA-F250-5083-2E59-EAE5EE391FE4}"/>
          </ac:spMkLst>
        </pc:spChg>
        <pc:spChg chg="add mod">
          <ac:chgData name="A Navya sree" userId="1b698cf971f5afae" providerId="LiveId" clId="{DBABD78F-328A-4FCC-BA8A-AE35FA2CBFA5}" dt="2026-06-03T14:00:18.791" v="371" actId="1076"/>
          <ac:spMkLst>
            <pc:docMk/>
            <pc:sldMk cId="2746805220" sldId="288"/>
            <ac:spMk id="4" creationId="{03E202A4-4FE8-E2DB-0B55-96D607331D32}"/>
          </ac:spMkLst>
        </pc:spChg>
        <pc:spChg chg="add mod">
          <ac:chgData name="A Navya sree" userId="1b698cf971f5afae" providerId="LiveId" clId="{DBABD78F-328A-4FCC-BA8A-AE35FA2CBFA5}" dt="2026-06-03T14:00:11.695" v="369" actId="1076"/>
          <ac:spMkLst>
            <pc:docMk/>
            <pc:sldMk cId="2746805220" sldId="288"/>
            <ac:spMk id="5" creationId="{25576154-6207-EE04-5E51-CD11321004E1}"/>
          </ac:spMkLst>
        </pc:spChg>
        <pc:spChg chg="add del mod">
          <ac:chgData name="A Navya sree" userId="1b698cf971f5afae" providerId="LiveId" clId="{DBABD78F-328A-4FCC-BA8A-AE35FA2CBFA5}" dt="2026-06-03T13:59:42.866" v="365" actId="21"/>
          <ac:spMkLst>
            <pc:docMk/>
            <pc:sldMk cId="2746805220" sldId="288"/>
            <ac:spMk id="7" creationId="{CB348A85-2760-0DAE-BEEE-A138E12615EF}"/>
          </ac:spMkLst>
        </pc:spChg>
      </pc:sldChg>
      <pc:sldChg chg="add del">
        <pc:chgData name="A Navya sree" userId="1b698cf971f5afae" providerId="LiveId" clId="{DBABD78F-328A-4FCC-BA8A-AE35FA2CBFA5}" dt="2026-06-03T13:42:23.389" v="273" actId="2696"/>
        <pc:sldMkLst>
          <pc:docMk/>
          <pc:sldMk cId="3809697069" sldId="288"/>
        </pc:sldMkLst>
      </pc:sldChg>
      <pc:sldMasterChg chg="delSldLayout">
        <pc:chgData name="A Navya sree" userId="1b698cf971f5afae" providerId="LiveId" clId="{DBABD78F-328A-4FCC-BA8A-AE35FA2CBFA5}" dt="2026-06-03T13:42:23.389" v="273" actId="2696"/>
        <pc:sldMasterMkLst>
          <pc:docMk/>
          <pc:sldMasterMk cId="0" sldId="2147483648"/>
        </pc:sldMasterMkLst>
        <pc:sldLayoutChg chg="del">
          <pc:chgData name="A Navya sree" userId="1b698cf971f5afae" providerId="LiveId" clId="{DBABD78F-328A-4FCC-BA8A-AE35FA2CBFA5}" dt="2026-06-03T13:40:24.825" v="227" actId="2696"/>
          <pc:sldLayoutMkLst>
            <pc:docMk/>
            <pc:sldMasterMk cId="0" sldId="2147483648"/>
            <pc:sldLayoutMk cId="0" sldId="2147483654"/>
          </pc:sldLayoutMkLst>
        </pc:sldLayoutChg>
        <pc:sldLayoutChg chg="del">
          <pc:chgData name="A Navya sree" userId="1b698cf971f5afae" providerId="LiveId" clId="{DBABD78F-328A-4FCC-BA8A-AE35FA2CBFA5}" dt="2026-06-03T13:42:23.389" v="273" actId="2696"/>
          <pc:sldLayoutMkLst>
            <pc:docMk/>
            <pc:sldMasterMk cId="0" sldId="2147483648"/>
            <pc:sldLayoutMk cId="3401730985" sldId="2147483660"/>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20A8E369-C804-D8D2-383B-03E8A5478F53}"/>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168FC73D-F867-8E13-0025-1B40818921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449581B4-9B47-7782-B749-078618A6E5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05151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5" r:id="rId5"/>
    <p:sldLayoutId id="2147483656" r:id="rId6"/>
    <p:sldLayoutId id="2147483657" r:id="rId7"/>
    <p:sldLayoutId id="2147483658" r:id="rId8"/>
    <p:sldLayoutId id="2147483659"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a:t>IBM University Engagement Project Submission</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a:t>
            </a:r>
            <a:r>
              <a:rPr lang="en-US" b="1" i="1" dirty="0" err="1"/>
              <a:t>LangFlow</a:t>
            </a:r>
            <a:r>
              <a:rPr lang="en-US" b="1" i="1" dirty="0"/>
              <a:t>”</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3130993302"/>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US" dirty="0"/>
                        <a:t>Kavya Sree </a:t>
                      </a:r>
                      <a:r>
                        <a:rPr lang="en-US" dirty="0" err="1"/>
                        <a:t>Akkireddy</a:t>
                      </a:r>
                      <a:r>
                        <a:rPr lang="en-US" dirty="0"/>
                        <a:t> Gari</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reddykavya1104@gmail.com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9390327967</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Lifestyle (Food &amp; Nutrition) ]</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Title – [Recipe Preparation Agent] </a:t>
            </a:r>
            <a:endParaRPr lang="en-IN" sz="2400" b="1" dirty="0">
              <a:highlight>
                <a:srgbClr val="FFFF00"/>
              </a:highlight>
            </a:endParaRPr>
          </a:p>
        </p:txBody>
      </p:sp>
      <p:pic>
        <p:nvPicPr>
          <p:cNvPr id="8" name="Picture 7">
            <a:extLst>
              <a:ext uri="{FF2B5EF4-FFF2-40B4-BE49-F238E27FC236}">
                <a16:creationId xmlns:a16="http://schemas.microsoft.com/office/drawing/2014/main" id="{99622366-CD86-34BF-CAC4-BC42A2526C36}"/>
              </a:ext>
            </a:extLst>
          </p:cNvPr>
          <p:cNvPicPr>
            <a:picLocks noChangeAspect="1"/>
          </p:cNvPicPr>
          <p:nvPr/>
        </p:nvPicPr>
        <p:blipFill>
          <a:blip r:embed="rId3"/>
          <a:stretch>
            <a:fillRect/>
          </a:stretch>
        </p:blipFill>
        <p:spPr>
          <a:xfrm>
            <a:off x="3657600" y="3597639"/>
            <a:ext cx="1813810" cy="116980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269823" y="596127"/>
            <a:ext cx="11617377" cy="6494085"/>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The Challenge:</a:t>
            </a:r>
          </a:p>
          <a:p>
            <a:r>
              <a:rPr lang="en-US" sz="1800" dirty="0">
                <a:latin typeface="Times New Roman" panose="02020603050405020304" pitchFamily="18" charset="0"/>
                <a:cs typeface="Times New Roman" panose="02020603050405020304" pitchFamily="18" charset="0"/>
              </a:rPr>
              <a:t>Many individuals struggle with cooking meals when they only have limited ingredients available at home. Searching for recipes online often requires exact matches, leading to wasted time and food. Existing solutions rarely adapt recipes to ingredient constraints, dietary preferences, or cultural variations. Without intelligent guidance, users either abandon cooking or waste resources by buying extra items unnecessarily.</a:t>
            </a:r>
          </a:p>
          <a:p>
            <a:r>
              <a:rPr lang="en-US" sz="2000" b="1" dirty="0">
                <a:latin typeface="Times New Roman" panose="02020603050405020304" pitchFamily="18" charset="0"/>
                <a:cs typeface="Times New Roman" panose="02020603050405020304" pitchFamily="18" charset="0"/>
              </a:rPr>
              <a:t>The Objective:</a:t>
            </a:r>
          </a:p>
          <a:p>
            <a:r>
              <a:rPr lang="en-US" sz="1800" dirty="0">
                <a:latin typeface="Times New Roman" panose="02020603050405020304" pitchFamily="18" charset="0"/>
                <a:cs typeface="Times New Roman" panose="02020603050405020304" pitchFamily="18" charset="0"/>
              </a:rPr>
              <a:t>Build an AI-powered Recipe Preparation Agent that helps users cook meals using only the ingredients they already have. The solution should:</a:t>
            </a:r>
          </a:p>
          <a:p>
            <a:r>
              <a:rPr lang="en-US" sz="1800" dirty="0">
                <a:latin typeface="Times New Roman" panose="02020603050405020304" pitchFamily="18" charset="0"/>
                <a:cs typeface="Times New Roman" panose="02020603050405020304" pitchFamily="18" charset="0"/>
              </a:rPr>
              <a:t>Ingredient-Based Recipe Suggestions – Generate recipes tailored to the groceries user input.</a:t>
            </a:r>
          </a:p>
          <a:p>
            <a:r>
              <a:rPr lang="en-US" sz="1800" dirty="0">
                <a:latin typeface="Times New Roman" panose="02020603050405020304" pitchFamily="18" charset="0"/>
                <a:cs typeface="Times New Roman" panose="02020603050405020304" pitchFamily="18" charset="0"/>
              </a:rPr>
              <a:t>RAG Retrieval of Recipes – Fetch and adapt recipes from trusted cooking databases and food blogs.</a:t>
            </a:r>
          </a:p>
          <a:p>
            <a:r>
              <a:rPr lang="en-US" sz="1800" dirty="0">
                <a:latin typeface="Times New Roman" panose="02020603050405020304" pitchFamily="18" charset="0"/>
                <a:cs typeface="Times New Roman" panose="02020603050405020304" pitchFamily="18" charset="0"/>
              </a:rPr>
              <a:t>Substitution &amp; Adaptation – Suggest alternatives when ingredients are missing (e.g., “use yogurt instead of cream”).</a:t>
            </a:r>
          </a:p>
          <a:p>
            <a:r>
              <a:rPr lang="en-US" sz="1800" dirty="0">
                <a:latin typeface="Times New Roman" panose="02020603050405020304" pitchFamily="18" charset="0"/>
                <a:cs typeface="Times New Roman" panose="02020603050405020304" pitchFamily="18" charset="0"/>
              </a:rPr>
              <a:t>Dietary &amp; Cultural Preferences – Adjust recipes for vegetarian, vegan, gluten-free, or regional cuisines.</a:t>
            </a:r>
          </a:p>
          <a:p>
            <a:r>
              <a:rPr lang="en-US" sz="1800" dirty="0">
                <a:latin typeface="Times New Roman" panose="02020603050405020304" pitchFamily="18" charset="0"/>
                <a:cs typeface="Times New Roman" panose="02020603050405020304" pitchFamily="18" charset="0"/>
              </a:rPr>
              <a:t>Step-by-Step Cooking Guidance – Provide clear instructions with cooking tips and timing.</a:t>
            </a:r>
          </a:p>
          <a:p>
            <a:r>
              <a:rPr lang="en-US" sz="1800" dirty="0">
                <a:latin typeface="Times New Roman" panose="02020603050405020304" pitchFamily="18" charset="0"/>
                <a:cs typeface="Times New Roman" panose="02020603050405020304" pitchFamily="18" charset="0"/>
              </a:rPr>
              <a:t>Food Waste Reduction – Encourage sustainable cooking by maximizing use of available pantry items.</a:t>
            </a:r>
          </a:p>
          <a:p>
            <a:r>
              <a:rPr lang="en-US" sz="2000" b="1" dirty="0">
                <a:latin typeface="Times New Roman" panose="02020603050405020304" pitchFamily="18" charset="0"/>
                <a:cs typeface="Times New Roman" panose="02020603050405020304" pitchFamily="18" charset="0"/>
              </a:rPr>
              <a:t>Multi-Agent System:</a:t>
            </a:r>
          </a:p>
          <a:p>
            <a:r>
              <a:rPr lang="en-US" sz="1800" dirty="0">
                <a:latin typeface="Times New Roman" panose="02020603050405020304" pitchFamily="18" charset="0"/>
                <a:cs typeface="Times New Roman" panose="02020603050405020304" pitchFamily="18" charset="0"/>
              </a:rPr>
              <a:t>Recipe Retrieval Agent – Finds and summarizes relevant recipes.</a:t>
            </a:r>
          </a:p>
          <a:p>
            <a:r>
              <a:rPr lang="en-US" sz="1800" dirty="0">
                <a:latin typeface="Times New Roman" panose="02020603050405020304" pitchFamily="18" charset="0"/>
                <a:cs typeface="Times New Roman" panose="02020603050405020304" pitchFamily="18" charset="0"/>
              </a:rPr>
              <a:t>Ingredient Adaptation Agent – Suggests substitutions and modifications.</a:t>
            </a:r>
          </a:p>
          <a:p>
            <a:r>
              <a:rPr lang="en-US" sz="1800" dirty="0">
                <a:latin typeface="Times New Roman" panose="02020603050405020304" pitchFamily="18" charset="0"/>
                <a:cs typeface="Times New Roman" panose="02020603050405020304" pitchFamily="18" charset="0"/>
              </a:rPr>
              <a:t>Dietary Preference Agent – Personalizes recipes based on health or cultural needs.</a:t>
            </a:r>
          </a:p>
          <a:p>
            <a:r>
              <a:rPr lang="en-US" sz="1800" dirty="0">
                <a:latin typeface="Times New Roman" panose="02020603050405020304" pitchFamily="18" charset="0"/>
                <a:cs typeface="Times New Roman" panose="02020603050405020304" pitchFamily="18" charset="0"/>
              </a:rPr>
              <a:t>Cooking Instruction Agent – Generates step-by-step guidance for preparation.</a:t>
            </a:r>
          </a:p>
          <a:p>
            <a:r>
              <a:rPr lang="en-US" sz="2000" b="1" dirty="0">
                <a:latin typeface="Times New Roman" panose="02020603050405020304" pitchFamily="18" charset="0"/>
                <a:cs typeface="Times New Roman" panose="02020603050405020304" pitchFamily="18" charset="0"/>
              </a:rPr>
              <a:t>Visualization Dashboard:</a:t>
            </a:r>
          </a:p>
          <a:p>
            <a:r>
              <a:rPr lang="en-US" sz="1800" dirty="0">
                <a:latin typeface="Times New Roman" panose="02020603050405020304" pitchFamily="18" charset="0"/>
                <a:cs typeface="Times New Roman" panose="02020603050405020304" pitchFamily="18" charset="0"/>
              </a:rPr>
              <a:t>Show recipe options, preparation steps, cooking time, and nutritional highlights.</a:t>
            </a:r>
          </a:p>
          <a:p>
            <a:r>
              <a:rPr lang="en-US" sz="1800" dirty="0">
                <a:latin typeface="Times New Roman" panose="02020603050405020304" pitchFamily="18" charset="0"/>
                <a:cs typeface="Times New Roman" panose="02020603050405020304" pitchFamily="18" charset="0"/>
              </a:rPr>
              <a:t>Track saved recipes and user feedback for continuous improvement.</a:t>
            </a:r>
          </a:p>
          <a:p>
            <a:pPr fontAlgn="base"/>
            <a:endParaRPr lang="en-US" dirty="0"/>
          </a:p>
        </p:txBody>
      </p:sp>
      <p:sp>
        <p:nvSpPr>
          <p:cNvPr id="3" name="TextBox 2">
            <a:extLst>
              <a:ext uri="{FF2B5EF4-FFF2-40B4-BE49-F238E27FC236}">
                <a16:creationId xmlns:a16="http://schemas.microsoft.com/office/drawing/2014/main" id="{3847FA31-EA47-D27A-9D69-AF50A3080AEC}"/>
              </a:ext>
            </a:extLst>
          </p:cNvPr>
          <p:cNvSpPr txBox="1"/>
          <p:nvPr/>
        </p:nvSpPr>
        <p:spPr>
          <a:xfrm>
            <a:off x="304800" y="134462"/>
            <a:ext cx="9558728" cy="523220"/>
          </a:xfrm>
          <a:prstGeom prst="rect">
            <a:avLst/>
          </a:prstGeom>
          <a:noFill/>
        </p:spPr>
        <p:txBody>
          <a:bodyPr wrap="square" rtlCol="0">
            <a:spAutoFit/>
          </a:bodyPr>
          <a:lstStyle/>
          <a:p>
            <a:r>
              <a:rPr lang="en-US" sz="2800" dirty="0">
                <a:ln w="0"/>
                <a:solidFill>
                  <a:schemeClr val="accent1"/>
                </a:solidFill>
                <a:effectLst>
                  <a:outerShdw blurRad="38100" dist="25400" dir="5400000" algn="ctr" rotWithShape="0">
                    <a:srgbClr val="6E747A">
                      <a:alpha val="43000"/>
                    </a:srgbClr>
                  </a:outerShdw>
                </a:effectLst>
                <a:latin typeface="Algerian" panose="04020705040A02060702" pitchFamily="82" charset="0"/>
              </a:rPr>
              <a:t>Problem Statement – Recipe Preparation Agent</a:t>
            </a:r>
            <a:endParaRPr lang="en-IN" sz="2800" dirty="0">
              <a:ln w="0"/>
              <a:solidFill>
                <a:schemeClr val="accent1"/>
              </a:solidFill>
              <a:effectLst>
                <a:outerShdw blurRad="38100" dist="25400" dir="5400000" algn="ctr" rotWithShape="0">
                  <a:srgbClr val="6E747A">
                    <a:alpha val="43000"/>
                  </a:srgbClr>
                </a:outerShdw>
              </a:effectLst>
              <a:latin typeface="Algerian" panose="04020705040A02060702" pitchFamily="82" charset="0"/>
            </a:endParaRPr>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6A77E81F-021A-57FB-C709-7E707564910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7CFCB91-EF22-EB8C-5B0D-4D46021F0245}"/>
              </a:ext>
            </a:extLst>
          </p:cNvPr>
          <p:cNvSpPr txBox="1"/>
          <p:nvPr/>
        </p:nvSpPr>
        <p:spPr>
          <a:xfrm>
            <a:off x="532600" y="1621522"/>
            <a:ext cx="10607040" cy="5262979"/>
          </a:xfrm>
          <a:prstGeom prst="rect">
            <a:avLst/>
          </a:prstGeom>
          <a:noFill/>
        </p:spPr>
        <p:txBody>
          <a:bodyPr wrap="square" rtlCol="0">
            <a:spAutoFit/>
          </a:bodyPr>
          <a:lstStyle/>
          <a:p>
            <a:r>
              <a:rPr lang="en-US" sz="2800" b="1" dirty="0"/>
              <a:t>Tech Stack (Mandatory):</a:t>
            </a:r>
          </a:p>
          <a:p>
            <a:endParaRPr lang="en-US" sz="2800" b="1" dirty="0"/>
          </a:p>
          <a:p>
            <a:r>
              <a:rPr lang="en-US" sz="2400" dirty="0"/>
              <a:t>Lang Flow – For building the agent workflow visually and managing RAG pipelines.</a:t>
            </a:r>
          </a:p>
          <a:p>
            <a:r>
              <a:rPr lang="en-US" sz="2400" dirty="0"/>
              <a:t>IBM watsonx.ai – Provides the AI services and integration environment for deploying the agent.</a:t>
            </a:r>
          </a:p>
          <a:p>
            <a:r>
              <a:rPr lang="en-US" sz="2400" dirty="0" err="1"/>
              <a:t>LLaMA</a:t>
            </a:r>
            <a:r>
              <a:rPr lang="en-US" sz="2400" dirty="0"/>
              <a:t> Models (Meta) – Core large language models used for recipe retrieval, adaptation, and generation.</a:t>
            </a:r>
          </a:p>
          <a:p>
            <a:endParaRPr lang="en-US" sz="2400" dirty="0"/>
          </a:p>
          <a:p>
            <a:r>
              <a:rPr lang="en-US" sz="2800" b="1" dirty="0"/>
              <a:t>Tech Stack Used:</a:t>
            </a:r>
          </a:p>
          <a:p>
            <a:r>
              <a:rPr lang="en-US" sz="2400" dirty="0" err="1"/>
              <a:t>LangFlow</a:t>
            </a:r>
            <a:r>
              <a:rPr lang="en-US" sz="2400" dirty="0"/>
              <a:t> + IBM watsonx.ai + </a:t>
            </a:r>
            <a:r>
              <a:rPr lang="en-US" sz="2400" dirty="0" err="1"/>
              <a:t>LLaMA</a:t>
            </a:r>
            <a:r>
              <a:rPr lang="en-US" sz="2400" dirty="0"/>
              <a:t> Models</a:t>
            </a:r>
          </a:p>
          <a:p>
            <a:pPr fontAlgn="base"/>
            <a:endParaRPr lang="en-IN" dirty="0"/>
          </a:p>
          <a:p>
            <a:pPr fontAlgn="base"/>
            <a:endParaRPr lang="en-IN" dirty="0"/>
          </a:p>
          <a:p>
            <a:pPr fontAlgn="base"/>
            <a:endParaRPr lang="en-US" dirty="0"/>
          </a:p>
          <a:p>
            <a:endParaRPr lang="en-IN" dirty="0"/>
          </a:p>
        </p:txBody>
      </p:sp>
      <p:sp>
        <p:nvSpPr>
          <p:cNvPr id="4" name="Rectangle 3">
            <a:extLst>
              <a:ext uri="{FF2B5EF4-FFF2-40B4-BE49-F238E27FC236}">
                <a16:creationId xmlns:a16="http://schemas.microsoft.com/office/drawing/2014/main" id="{762C36D0-F78E-3CCD-3C44-288A3C1A5988}"/>
              </a:ext>
            </a:extLst>
          </p:cNvPr>
          <p:cNvSpPr/>
          <p:nvPr/>
        </p:nvSpPr>
        <p:spPr>
          <a:xfrm>
            <a:off x="349587" y="242423"/>
            <a:ext cx="6186309" cy="923330"/>
          </a:xfrm>
          <a:prstGeom prst="rect">
            <a:avLst/>
          </a:prstGeom>
          <a:noFill/>
        </p:spPr>
        <p:txBody>
          <a:bodyPr wrap="none" lIns="91440" tIns="45720" rIns="91440" bIns="45720">
            <a:spAutoFit/>
          </a:bodyPr>
          <a:lstStyle/>
          <a:p>
            <a:pPr algn="ctr"/>
            <a:r>
              <a:rPr lang="en-US" sz="5400" b="1" cap="none" spc="0" dirty="0">
                <a:ln w="6600">
                  <a:solidFill>
                    <a:schemeClr val="accent2"/>
                  </a:solidFill>
                  <a:prstDash val="solid"/>
                </a:ln>
                <a:solidFill>
                  <a:srgbClr val="FFFFFF"/>
                </a:solidFill>
                <a:effectLst>
                  <a:outerShdw dist="38100" dir="2700000" algn="tl" rotWithShape="0">
                    <a:schemeClr val="accent2"/>
                  </a:outerShdw>
                </a:effectLst>
              </a:rPr>
              <a:t>Technology Used:</a:t>
            </a:r>
          </a:p>
        </p:txBody>
      </p:sp>
    </p:spTree>
    <p:extLst>
      <p:ext uri="{BB962C8B-B14F-4D97-AF65-F5344CB8AC3E}">
        <p14:creationId xmlns:p14="http://schemas.microsoft.com/office/powerpoint/2010/main" val="4218467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364762" y="821625"/>
            <a:ext cx="11827238" cy="6124754"/>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The proposed solution is a streamlined AI-powered </a:t>
            </a:r>
            <a:r>
              <a:rPr lang="en-US" sz="2000" b="1" dirty="0">
                <a:latin typeface="Times New Roman" panose="02020603050405020304" pitchFamily="18" charset="0"/>
                <a:cs typeface="Times New Roman" panose="02020603050405020304" pitchFamily="18" charset="0"/>
              </a:rPr>
              <a:t>Recipe Preparation Agent</a:t>
            </a:r>
            <a:r>
              <a:rPr lang="en-US" sz="2000" dirty="0">
                <a:latin typeface="Times New Roman" panose="02020603050405020304" pitchFamily="18" charset="0"/>
                <a:cs typeface="Times New Roman" panose="02020603050405020304" pitchFamily="18" charset="0"/>
              </a:rPr>
              <a:t> built using </a:t>
            </a:r>
            <a:r>
              <a:rPr lang="en-US" sz="2000" b="1" dirty="0" err="1">
                <a:latin typeface="Times New Roman" panose="02020603050405020304" pitchFamily="18" charset="0"/>
                <a:cs typeface="Times New Roman" panose="02020603050405020304" pitchFamily="18" charset="0"/>
              </a:rPr>
              <a:t>LangFlow</a:t>
            </a:r>
            <a:r>
              <a:rPr lang="en-US" sz="2000" b="1" dirty="0">
                <a:latin typeface="Times New Roman" panose="02020603050405020304" pitchFamily="18" charset="0"/>
                <a:cs typeface="Times New Roman" panose="02020603050405020304" pitchFamily="18" charset="0"/>
              </a:rPr>
              <a:t>, IBM watsonx.ai, and </a:t>
            </a:r>
            <a:r>
              <a:rPr lang="en-US" sz="2000" b="1" dirty="0" err="1">
                <a:latin typeface="Times New Roman" panose="02020603050405020304" pitchFamily="18" charset="0"/>
                <a:cs typeface="Times New Roman" panose="02020603050405020304" pitchFamily="18" charset="0"/>
              </a:rPr>
              <a:t>LLaMA</a:t>
            </a:r>
            <a:r>
              <a:rPr lang="en-US" sz="2000" b="1" dirty="0">
                <a:latin typeface="Times New Roman" panose="02020603050405020304" pitchFamily="18" charset="0"/>
                <a:cs typeface="Times New Roman" panose="02020603050405020304" pitchFamily="18" charset="0"/>
              </a:rPr>
              <a:t> models</a:t>
            </a:r>
            <a:r>
              <a:rPr lang="en-US" sz="2000" dirty="0">
                <a:latin typeface="Times New Roman" panose="02020603050405020304" pitchFamily="18" charset="0"/>
                <a:cs typeface="Times New Roman" panose="02020603050405020304" pitchFamily="18" charset="0"/>
              </a:rPr>
              <a:t> to provide intelligent, real-time cooking guidance. The system focuses on addressing challenges in meal preparation, ingredient limitations, and food waste reduction through a simple but effective architecture.</a:t>
            </a:r>
          </a:p>
          <a:p>
            <a:r>
              <a:rPr lang="en-US" sz="2000" dirty="0">
                <a:latin typeface="Times New Roman" panose="02020603050405020304" pitchFamily="18" charset="0"/>
                <a:cs typeface="Times New Roman" panose="02020603050405020304" pitchFamily="18" charset="0"/>
              </a:rPr>
              <a:t>At its core, the solution uses a </a:t>
            </a:r>
            <a:r>
              <a:rPr lang="en-US" sz="2000" b="1" dirty="0">
                <a:latin typeface="Times New Roman" panose="02020603050405020304" pitchFamily="18" charset="0"/>
                <a:cs typeface="Times New Roman" panose="02020603050405020304" pitchFamily="18" charset="0"/>
              </a:rPr>
              <a:t>Language Model (</a:t>
            </a:r>
            <a:r>
              <a:rPr lang="en-US" sz="2000" b="1" dirty="0" err="1">
                <a:latin typeface="Times New Roman" panose="02020603050405020304" pitchFamily="18" charset="0"/>
                <a:cs typeface="Times New Roman" panose="02020603050405020304" pitchFamily="18" charset="0"/>
              </a:rPr>
              <a:t>LLaMA</a:t>
            </a:r>
            <a:r>
              <a:rPr lang="en-US" sz="2000" b="1" dirty="0">
                <a:latin typeface="Times New Roman" panose="02020603050405020304" pitchFamily="18" charset="0"/>
                <a:cs typeface="Times New Roman" panose="02020603050405020304" pitchFamily="18" charset="0"/>
              </a:rPr>
              <a:t>)</a:t>
            </a:r>
            <a:r>
              <a:rPr lang="en-US" sz="2000" dirty="0">
                <a:latin typeface="Times New Roman" panose="02020603050405020304" pitchFamily="18" charset="0"/>
                <a:cs typeface="Times New Roman" panose="02020603050405020304" pitchFamily="18" charset="0"/>
              </a:rPr>
              <a:t> connected between a </a:t>
            </a:r>
            <a:r>
              <a:rPr lang="en-US" sz="2000" b="1" dirty="0">
                <a:latin typeface="Times New Roman" panose="02020603050405020304" pitchFamily="18" charset="0"/>
                <a:cs typeface="Times New Roman" panose="02020603050405020304" pitchFamily="18" charset="0"/>
              </a:rPr>
              <a:t>Chat Input</a:t>
            </a:r>
            <a:r>
              <a:rPr lang="en-US" sz="2000" dirty="0">
                <a:latin typeface="Times New Roman" panose="02020603050405020304" pitchFamily="18" charset="0"/>
                <a:cs typeface="Times New Roman" panose="02020603050405020304" pitchFamily="18" charset="0"/>
              </a:rPr>
              <a:t> and </a:t>
            </a:r>
            <a:r>
              <a:rPr lang="en-US" sz="2000" b="1" dirty="0">
                <a:latin typeface="Times New Roman" panose="02020603050405020304" pitchFamily="18" charset="0"/>
                <a:cs typeface="Times New Roman" panose="02020603050405020304" pitchFamily="18" charset="0"/>
              </a:rPr>
              <a:t>Chat Output</a:t>
            </a:r>
            <a:r>
              <a:rPr lang="en-US" sz="2000" dirty="0">
                <a:latin typeface="Times New Roman" panose="02020603050405020304" pitchFamily="18" charset="0"/>
                <a:cs typeface="Times New Roman" panose="02020603050405020304" pitchFamily="18" charset="0"/>
              </a:rPr>
              <a:t> node. This setup allows the agent to process user queries, reason about available ingredients, and generate recipe suggestions or cooking steps directly.</a:t>
            </a:r>
          </a:p>
          <a:p>
            <a:r>
              <a:rPr lang="en-US" sz="2400" b="1" dirty="0">
                <a:latin typeface="Times New Roman" panose="02020603050405020304" pitchFamily="18" charset="0"/>
                <a:cs typeface="Times New Roman" panose="02020603050405020304" pitchFamily="18" charset="0"/>
              </a:rPr>
              <a:t>System Flow:</a:t>
            </a:r>
          </a:p>
          <a:p>
            <a:r>
              <a:rPr lang="en-US" sz="2000" dirty="0">
                <a:latin typeface="Times New Roman" panose="02020603050405020304" pitchFamily="18" charset="0"/>
                <a:cs typeface="Times New Roman" panose="02020603050405020304" pitchFamily="18" charset="0"/>
              </a:rPr>
              <a:t>Chat Input – Users enter their available ingredients or recipe queries.</a:t>
            </a:r>
          </a:p>
          <a:p>
            <a:r>
              <a:rPr lang="en-US" sz="2000" dirty="0" err="1">
                <a:latin typeface="Times New Roman" panose="02020603050405020304" pitchFamily="18" charset="0"/>
                <a:cs typeface="Times New Roman" panose="02020603050405020304" pitchFamily="18" charset="0"/>
              </a:rPr>
              <a:t>LLaMA</a:t>
            </a:r>
            <a:r>
              <a:rPr lang="en-US" sz="2000" dirty="0">
                <a:latin typeface="Times New Roman" panose="02020603050405020304" pitchFamily="18" charset="0"/>
                <a:cs typeface="Times New Roman" panose="02020603050405020304" pitchFamily="18" charset="0"/>
              </a:rPr>
              <a:t> Model – Processes the input, applies reasoning, and generates adaptive recipe suggestions.</a:t>
            </a:r>
          </a:p>
          <a:p>
            <a:r>
              <a:rPr lang="en-US" sz="2000" dirty="0">
                <a:latin typeface="Times New Roman" panose="02020603050405020304" pitchFamily="18" charset="0"/>
                <a:cs typeface="Times New Roman" panose="02020603050405020304" pitchFamily="18" charset="0"/>
              </a:rPr>
              <a:t>Chat Output – Delivers clear, step-by-step cooking guidance back to the user.</a:t>
            </a:r>
          </a:p>
          <a:p>
            <a:r>
              <a:rPr lang="en-US" sz="2400" b="1" dirty="0">
                <a:latin typeface="Times New Roman" panose="02020603050405020304" pitchFamily="18" charset="0"/>
                <a:cs typeface="Times New Roman" panose="02020603050405020304" pitchFamily="18" charset="0"/>
              </a:rPr>
              <a:t>Technology Role:</a:t>
            </a:r>
          </a:p>
          <a:p>
            <a:r>
              <a:rPr lang="en-US" sz="2000" dirty="0" err="1">
                <a:latin typeface="Times New Roman" panose="02020603050405020304" pitchFamily="18" charset="0"/>
                <a:cs typeface="Times New Roman" panose="02020603050405020304" pitchFamily="18" charset="0"/>
              </a:rPr>
              <a:t>LangFlow</a:t>
            </a:r>
            <a:r>
              <a:rPr lang="en-US" sz="2000" dirty="0">
                <a:latin typeface="Times New Roman" panose="02020603050405020304" pitchFamily="18" charset="0"/>
                <a:cs typeface="Times New Roman" panose="02020603050405020304" pitchFamily="18" charset="0"/>
              </a:rPr>
              <a:t> – Provides the visual workflow builder and orchestration environment.</a:t>
            </a:r>
          </a:p>
          <a:p>
            <a:r>
              <a:rPr lang="en-US" sz="2000" dirty="0">
                <a:latin typeface="Times New Roman" panose="02020603050405020304" pitchFamily="18" charset="0"/>
                <a:cs typeface="Times New Roman" panose="02020603050405020304" pitchFamily="18" charset="0"/>
              </a:rPr>
              <a:t>IBM watsonx.ai – Ensures scalable deployment and integration of the </a:t>
            </a:r>
            <a:r>
              <a:rPr lang="en-US" sz="2000" dirty="0" err="1">
                <a:latin typeface="Times New Roman" panose="02020603050405020304" pitchFamily="18" charset="0"/>
                <a:cs typeface="Times New Roman" panose="02020603050405020304" pitchFamily="18" charset="0"/>
              </a:rPr>
              <a:t>LLaMA</a:t>
            </a:r>
            <a:r>
              <a:rPr lang="en-US" sz="2000" dirty="0">
                <a:latin typeface="Times New Roman" panose="02020603050405020304" pitchFamily="18" charset="0"/>
                <a:cs typeface="Times New Roman" panose="02020603050405020304" pitchFamily="18" charset="0"/>
              </a:rPr>
              <a:t> models.</a:t>
            </a:r>
          </a:p>
          <a:p>
            <a:r>
              <a:rPr lang="en-US" sz="2000" dirty="0" err="1">
                <a:latin typeface="Times New Roman" panose="02020603050405020304" pitchFamily="18" charset="0"/>
                <a:cs typeface="Times New Roman" panose="02020603050405020304" pitchFamily="18" charset="0"/>
              </a:rPr>
              <a:t>LLaMA</a:t>
            </a:r>
            <a:r>
              <a:rPr lang="en-US" sz="2000" dirty="0">
                <a:latin typeface="Times New Roman" panose="02020603050405020304" pitchFamily="18" charset="0"/>
                <a:cs typeface="Times New Roman" panose="02020603050405020304" pitchFamily="18" charset="0"/>
              </a:rPr>
              <a:t> models – Handle reasoning, substitution suggestions, and recipe generation.</a:t>
            </a:r>
          </a:p>
          <a:p>
            <a:r>
              <a:rPr lang="en-US" sz="2400" b="1" dirty="0">
                <a:latin typeface="Times New Roman" panose="02020603050405020304" pitchFamily="18" charset="0"/>
                <a:cs typeface="Times New Roman" panose="02020603050405020304" pitchFamily="18" charset="0"/>
              </a:rPr>
              <a:t>Outcome:</a:t>
            </a:r>
          </a:p>
          <a:p>
            <a:r>
              <a:rPr lang="en-US" sz="2000" dirty="0">
                <a:latin typeface="Times New Roman" panose="02020603050405020304" pitchFamily="18" charset="0"/>
                <a:cs typeface="Times New Roman" panose="02020603050405020304" pitchFamily="18" charset="0"/>
              </a:rPr>
              <a:t>This simplified solution demonstrates how even a minimal agent pipeline (Chat Input → </a:t>
            </a:r>
            <a:r>
              <a:rPr lang="en-US" sz="2000" dirty="0" err="1">
                <a:latin typeface="Times New Roman" panose="02020603050405020304" pitchFamily="18" charset="0"/>
                <a:cs typeface="Times New Roman" panose="02020603050405020304" pitchFamily="18" charset="0"/>
              </a:rPr>
              <a:t>LLaMA</a:t>
            </a:r>
            <a:r>
              <a:rPr lang="en-US" sz="2000" dirty="0">
                <a:latin typeface="Times New Roman" panose="02020603050405020304" pitchFamily="18" charset="0"/>
                <a:cs typeface="Times New Roman" panose="02020603050405020304" pitchFamily="18" charset="0"/>
              </a:rPr>
              <a:t> → Chat Output) can deliver intelligent recipe assistance, reduce food waste, and make everyday meal preparation smarter and easier.</a:t>
            </a:r>
            <a:endParaRPr lang="en-IN" sz="20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527F30CC-07EF-8FCC-DA00-C9212F5DAECE}"/>
              </a:ext>
            </a:extLst>
          </p:cNvPr>
          <p:cNvSpPr txBox="1"/>
          <p:nvPr/>
        </p:nvSpPr>
        <p:spPr>
          <a:xfrm>
            <a:off x="224852" y="208142"/>
            <a:ext cx="11437496" cy="584775"/>
          </a:xfrm>
          <a:prstGeom prst="rect">
            <a:avLst/>
          </a:prstGeom>
          <a:noFill/>
        </p:spPr>
        <p:txBody>
          <a:bodyPr wrap="square" rtlCol="0">
            <a:spAutoFit/>
          </a:bodyPr>
          <a:lstStyle/>
          <a:p>
            <a:r>
              <a:rPr lang="en-US" sz="320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Proposed Solution – AI Powered Recipe Preparation Agent</a:t>
            </a:r>
            <a:endParaRPr lang="en-IN" sz="320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spTree>
    <p:extLst>
      <p:ext uri="{BB962C8B-B14F-4D97-AF65-F5344CB8AC3E}">
        <p14:creationId xmlns:p14="http://schemas.microsoft.com/office/powerpoint/2010/main" val="2290294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59AF8C-9560-9F0F-753C-22038B6E970D}"/>
              </a:ext>
            </a:extLst>
          </p:cNvPr>
          <p:cNvSpPr>
            <a:spLocks noGrp="1"/>
          </p:cNvSpPr>
          <p:nvPr>
            <p:ph type="title"/>
          </p:nvPr>
        </p:nvSpPr>
        <p:spPr>
          <a:xfrm>
            <a:off x="838200" y="365126"/>
            <a:ext cx="10515600" cy="789118"/>
          </a:xfrm>
        </p:spPr>
        <p:txBody>
          <a:bodyPr/>
          <a:lstStyle/>
          <a:p>
            <a:r>
              <a:rPr lang="en-US" b="1" dirty="0" err="1">
                <a:ln w="22225">
                  <a:solidFill>
                    <a:schemeClr val="accent2"/>
                  </a:solidFill>
                  <a:prstDash val="solid"/>
                </a:ln>
                <a:solidFill>
                  <a:schemeClr val="accent2">
                    <a:lumMod val="40000"/>
                    <a:lumOff val="60000"/>
                  </a:schemeClr>
                </a:solidFill>
                <a:latin typeface="Times New Roman" panose="02020603050405020304" pitchFamily="18" charset="0"/>
                <a:cs typeface="Times New Roman" panose="02020603050405020304" pitchFamily="18" charset="0"/>
              </a:rPr>
              <a:t>LangFlow</a:t>
            </a:r>
            <a:r>
              <a:rPr lang="en-US" b="1" dirty="0">
                <a:ln w="22225">
                  <a:solidFill>
                    <a:schemeClr val="accent2"/>
                  </a:solidFill>
                  <a:prstDash val="solid"/>
                </a:ln>
                <a:solidFill>
                  <a:schemeClr val="accent2">
                    <a:lumMod val="40000"/>
                    <a:lumOff val="60000"/>
                  </a:schemeClr>
                </a:solidFill>
                <a:latin typeface="Times New Roman" panose="02020603050405020304" pitchFamily="18" charset="0"/>
                <a:cs typeface="Times New Roman" panose="02020603050405020304" pitchFamily="18" charset="0"/>
              </a:rPr>
              <a:t> Components Used:</a:t>
            </a:r>
          </a:p>
        </p:txBody>
      </p:sp>
      <p:sp>
        <p:nvSpPr>
          <p:cNvPr id="3" name="Text Placeholder 2">
            <a:extLst>
              <a:ext uri="{FF2B5EF4-FFF2-40B4-BE49-F238E27FC236}">
                <a16:creationId xmlns:a16="http://schemas.microsoft.com/office/drawing/2014/main" id="{490F23DC-C619-8AC0-2C48-FF5C38F9D7D4}"/>
              </a:ext>
            </a:extLst>
          </p:cNvPr>
          <p:cNvSpPr>
            <a:spLocks noGrp="1"/>
          </p:cNvSpPr>
          <p:nvPr>
            <p:ph type="body" idx="1"/>
          </p:nvPr>
        </p:nvSpPr>
        <p:spPr>
          <a:xfrm>
            <a:off x="838200" y="1304144"/>
            <a:ext cx="10515600" cy="4872819"/>
          </a:xfrm>
        </p:spPr>
        <p:txBody>
          <a:bodyPr>
            <a:normAutofit fontScale="85000" lnSpcReduction="20000"/>
          </a:bodyPr>
          <a:lstStyle/>
          <a:p>
            <a:r>
              <a:rPr lang="en-US" b="1" dirty="0">
                <a:latin typeface="Times New Roman" panose="02020603050405020304" pitchFamily="18" charset="0"/>
                <a:cs typeface="Times New Roman" panose="02020603050405020304" pitchFamily="18" charset="0"/>
              </a:rPr>
              <a:t>System Components:</a:t>
            </a:r>
          </a:p>
          <a:p>
            <a:r>
              <a:rPr lang="en-US" b="1" dirty="0">
                <a:latin typeface="Times New Roman" panose="02020603050405020304" pitchFamily="18" charset="0"/>
                <a:cs typeface="Times New Roman" panose="02020603050405020304" pitchFamily="18" charset="0"/>
              </a:rPr>
              <a:t>Chat Input</a:t>
            </a:r>
            <a:r>
              <a:rPr lang="en-US" dirty="0">
                <a:latin typeface="Times New Roman" panose="02020603050405020304" pitchFamily="18" charset="0"/>
                <a:cs typeface="Times New Roman" panose="02020603050405020304" pitchFamily="18" charset="0"/>
              </a:rPr>
              <a:t> – Interface where users enter their available ingredients, preferences, or cooking queries (text/voice).</a:t>
            </a:r>
          </a:p>
          <a:p>
            <a:r>
              <a:rPr lang="en-US" b="1" dirty="0">
                <a:latin typeface="Times New Roman" panose="02020603050405020304" pitchFamily="18" charset="0"/>
                <a:cs typeface="Times New Roman" panose="02020603050405020304" pitchFamily="18" charset="0"/>
              </a:rPr>
              <a:t>IBM </a:t>
            </a:r>
            <a:r>
              <a:rPr lang="en-US" b="1" dirty="0" err="1">
                <a:latin typeface="Times New Roman" panose="02020603050405020304" pitchFamily="18" charset="0"/>
                <a:cs typeface="Times New Roman" panose="02020603050405020304" pitchFamily="18" charset="0"/>
              </a:rPr>
              <a:t>watsonx</a:t>
            </a:r>
            <a:r>
              <a:rPr lang="en-US" b="1" dirty="0">
                <a:latin typeface="Times New Roman" panose="02020603050405020304" pitchFamily="18" charset="0"/>
                <a:cs typeface="Times New Roman" panose="02020603050405020304" pitchFamily="18" charset="0"/>
              </a:rPr>
              <a:t> AI Agent</a:t>
            </a:r>
            <a:r>
              <a:rPr lang="en-US" dirty="0">
                <a:latin typeface="Times New Roman" panose="02020603050405020304" pitchFamily="18" charset="0"/>
                <a:cs typeface="Times New Roman" panose="02020603050405020304" pitchFamily="18" charset="0"/>
              </a:rPr>
              <a:t> – Processes user input using </a:t>
            </a:r>
            <a:r>
              <a:rPr lang="en-US" b="1" dirty="0" err="1">
                <a:latin typeface="Times New Roman" panose="02020603050405020304" pitchFamily="18" charset="0"/>
                <a:cs typeface="Times New Roman" panose="02020603050405020304" pitchFamily="18" charset="0"/>
              </a:rPr>
              <a:t>LLaMA</a:t>
            </a:r>
            <a:r>
              <a:rPr lang="en-US" b="1" dirty="0">
                <a:latin typeface="Times New Roman" panose="02020603050405020304" pitchFamily="18" charset="0"/>
                <a:cs typeface="Times New Roman" panose="02020603050405020304" pitchFamily="18" charset="0"/>
              </a:rPr>
              <a:t> models</a:t>
            </a:r>
            <a:r>
              <a:rPr lang="en-US" dirty="0">
                <a:latin typeface="Times New Roman" panose="02020603050405020304" pitchFamily="18" charset="0"/>
                <a:cs typeface="Times New Roman" panose="02020603050405020304" pitchFamily="18" charset="0"/>
              </a:rPr>
              <a:t> to generate personalized recipe suggestions and cooking guidance.</a:t>
            </a:r>
          </a:p>
          <a:p>
            <a:r>
              <a:rPr lang="en-US" b="1" dirty="0">
                <a:latin typeface="Times New Roman" panose="02020603050405020304" pitchFamily="18" charset="0"/>
                <a:cs typeface="Times New Roman" panose="02020603050405020304" pitchFamily="18" charset="0"/>
              </a:rPr>
              <a:t>Name of Model Used</a:t>
            </a:r>
            <a:r>
              <a:rPr lang="en-US" dirty="0">
                <a:latin typeface="Times New Roman" panose="02020603050405020304" pitchFamily="18" charset="0"/>
                <a:cs typeface="Times New Roman" panose="02020603050405020304" pitchFamily="18" charset="0"/>
              </a:rPr>
              <a:t> – </a:t>
            </a:r>
            <a:r>
              <a:rPr lang="en-US" b="1" dirty="0" err="1">
                <a:latin typeface="Times New Roman" panose="02020603050405020304" pitchFamily="18" charset="0"/>
                <a:cs typeface="Times New Roman" panose="02020603050405020304" pitchFamily="18" charset="0"/>
              </a:rPr>
              <a:t>LLaMA</a:t>
            </a:r>
            <a:r>
              <a:rPr lang="en-US" b="1" dirty="0">
                <a:latin typeface="Times New Roman" panose="02020603050405020304" pitchFamily="18" charset="0"/>
                <a:cs typeface="Times New Roman" panose="02020603050405020304" pitchFamily="18" charset="0"/>
              </a:rPr>
              <a:t> (Meta)</a:t>
            </a:r>
            <a:r>
              <a:rPr lang="en-US" dirty="0">
                <a:latin typeface="Times New Roman" panose="02020603050405020304" pitchFamily="18" charset="0"/>
                <a:cs typeface="Times New Roman" panose="02020603050405020304" pitchFamily="18" charset="0"/>
              </a:rPr>
              <a:t> → Efficient for reasoning, recipe adaptation, and step‑by‑step instructions.</a:t>
            </a:r>
          </a:p>
          <a:p>
            <a:r>
              <a:rPr lang="en-US" b="1" dirty="0">
                <a:latin typeface="Times New Roman" panose="02020603050405020304" pitchFamily="18" charset="0"/>
                <a:cs typeface="Times New Roman" panose="02020603050405020304" pitchFamily="18" charset="0"/>
              </a:rPr>
              <a:t>Chat Output</a:t>
            </a:r>
            <a:r>
              <a:rPr lang="en-US" dirty="0">
                <a:latin typeface="Times New Roman" panose="02020603050405020304" pitchFamily="18" charset="0"/>
                <a:cs typeface="Times New Roman" panose="02020603050405020304" pitchFamily="18" charset="0"/>
              </a:rPr>
              <a:t> – Displays AI‑generated responses such as recipe options, substitutions, and cooking steps.</a:t>
            </a:r>
          </a:p>
          <a:p>
            <a:r>
              <a:rPr lang="en-US" b="1" dirty="0">
                <a:latin typeface="Times New Roman" panose="02020603050405020304" pitchFamily="18" charset="0"/>
                <a:cs typeface="Times New Roman" panose="02020603050405020304" pitchFamily="18" charset="0"/>
              </a:rPr>
              <a:t>File Component (Optional)</a:t>
            </a:r>
            <a:r>
              <a:rPr lang="en-US" dirty="0">
                <a:latin typeface="Times New Roman" panose="02020603050405020304" pitchFamily="18" charset="0"/>
                <a:cs typeface="Times New Roman" panose="02020603050405020304" pitchFamily="18" charset="0"/>
              </a:rPr>
              <a:t> – Stores and retrieves recipe datasets, user preferences, and saved cooking history for reuse.</a:t>
            </a:r>
          </a:p>
          <a:p>
            <a:r>
              <a:rPr lang="en-US" b="1" dirty="0">
                <a:latin typeface="Times New Roman" panose="02020603050405020304" pitchFamily="18" charset="0"/>
                <a:cs typeface="Times New Roman" panose="02020603050405020304" pitchFamily="18" charset="0"/>
              </a:rPr>
              <a:t>Additional Component (Optional)</a:t>
            </a:r>
            <a:r>
              <a:rPr lang="en-US" dirty="0">
                <a:latin typeface="Times New Roman" panose="02020603050405020304" pitchFamily="18" charset="0"/>
                <a:cs typeface="Times New Roman" panose="02020603050405020304" pitchFamily="18" charset="0"/>
              </a:rPr>
              <a:t> – </a:t>
            </a:r>
            <a:r>
              <a:rPr lang="en-US" b="1" dirty="0">
                <a:latin typeface="Times New Roman" panose="02020603050405020304" pitchFamily="18" charset="0"/>
                <a:cs typeface="Times New Roman" panose="02020603050405020304" pitchFamily="18" charset="0"/>
              </a:rPr>
              <a:t>Vector Database (FAISS or Chroma)</a:t>
            </a:r>
            <a:r>
              <a:rPr lang="en-US" dirty="0">
                <a:latin typeface="Times New Roman" panose="02020603050405020304" pitchFamily="18" charset="0"/>
                <a:cs typeface="Times New Roman" panose="02020603050405020304" pitchFamily="18" charset="0"/>
              </a:rPr>
              <a:t> → Used to embed and store recipe data for Retrieval‑Augmented Generation (RAG), enabling quick and accurate recipe retrieval.</a:t>
            </a:r>
          </a:p>
          <a:p>
            <a:endParaRPr lang="en-US" dirty="0"/>
          </a:p>
        </p:txBody>
      </p:sp>
    </p:spTree>
    <p:extLst>
      <p:ext uri="{BB962C8B-B14F-4D97-AF65-F5344CB8AC3E}">
        <p14:creationId xmlns:p14="http://schemas.microsoft.com/office/powerpoint/2010/main" val="18406167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8"/>
            <a:ext cx="5908929" cy="546191"/>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600" b="1" dirty="0" err="1">
                <a:ln w="22225">
                  <a:solidFill>
                    <a:schemeClr val="accent2"/>
                  </a:solidFill>
                  <a:prstDash val="solid"/>
                </a:ln>
                <a:solidFill>
                  <a:schemeClr val="accent2">
                    <a:lumMod val="40000"/>
                    <a:lumOff val="60000"/>
                  </a:schemeClr>
                </a:solidFill>
                <a:latin typeface="Times New Roman" panose="02020603050405020304" pitchFamily="18" charset="0"/>
                <a:cs typeface="Times New Roman" panose="02020603050405020304" pitchFamily="18" charset="0"/>
                <a:sym typeface="Times New Roman"/>
              </a:rPr>
              <a:t>Langflow</a:t>
            </a:r>
            <a:r>
              <a:rPr lang="en-US" sz="3600" b="1" i="0" u="none" strike="noStrike" dirty="0">
                <a:ln w="22225">
                  <a:solidFill>
                    <a:schemeClr val="accent2"/>
                  </a:solidFill>
                  <a:prstDash val="solid"/>
                </a:ln>
                <a:solidFill>
                  <a:schemeClr val="accent2">
                    <a:lumMod val="40000"/>
                    <a:lumOff val="60000"/>
                  </a:schemeClr>
                </a:solidFill>
                <a:latin typeface="Times New Roman" panose="02020603050405020304" pitchFamily="18" charset="0"/>
                <a:ea typeface="Times New Roman"/>
                <a:cs typeface="Times New Roman" panose="02020603050405020304" pitchFamily="18" charset="0"/>
                <a:sym typeface="Times New Roman"/>
              </a:rPr>
              <a:t> </a:t>
            </a:r>
            <a:r>
              <a:rPr lang="en-US" sz="3600" b="1" dirty="0">
                <a:ln w="22225">
                  <a:solidFill>
                    <a:schemeClr val="accent2"/>
                  </a:solidFill>
                  <a:prstDash val="solid"/>
                </a:ln>
                <a:solidFill>
                  <a:schemeClr val="accent2">
                    <a:lumMod val="40000"/>
                    <a:lumOff val="60000"/>
                  </a:schemeClr>
                </a:solidFill>
                <a:latin typeface="Times New Roman" panose="02020603050405020304" pitchFamily="18" charset="0"/>
                <a:cs typeface="Times New Roman" panose="02020603050405020304" pitchFamily="18" charset="0"/>
                <a:sym typeface="Times New Roman"/>
              </a:rPr>
              <a:t>workflow:</a:t>
            </a:r>
            <a:endParaRPr sz="2400" b="1" dirty="0">
              <a:sym typeface="Times New Roman"/>
            </a:endParaRPr>
          </a:p>
        </p:txBody>
      </p:sp>
      <p:pic>
        <p:nvPicPr>
          <p:cNvPr id="6" name="Picture 5">
            <a:extLst>
              <a:ext uri="{FF2B5EF4-FFF2-40B4-BE49-F238E27FC236}">
                <a16:creationId xmlns:a16="http://schemas.microsoft.com/office/drawing/2014/main" id="{E687094A-7582-5978-858E-D2C8F168B0A0}"/>
              </a:ext>
            </a:extLst>
          </p:cNvPr>
          <p:cNvPicPr>
            <a:picLocks noChangeAspect="1"/>
          </p:cNvPicPr>
          <p:nvPr/>
        </p:nvPicPr>
        <p:blipFill>
          <a:blip r:embed="rId3"/>
          <a:srcRect l="-2520" t="10473" r="-1" b="5760"/>
          <a:stretch>
            <a:fillRect/>
          </a:stretch>
        </p:blipFill>
        <p:spPr>
          <a:xfrm>
            <a:off x="209863" y="1064301"/>
            <a:ext cx="11452486" cy="560537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668486"/>
          </a:xfrm>
          <a:prstGeom prst="rect">
            <a:avLst/>
          </a:prstGeom>
          <a:noFill/>
          <a:ln>
            <a:noFill/>
          </a:ln>
        </p:spPr>
        <p:txBody>
          <a:bodyPr spcFirstLastPara="1" wrap="square" lIns="0" tIns="0" rIns="0" bIns="0" anchor="t" anchorCtr="0">
            <a:noAutofit/>
          </a:bodyPr>
          <a:lstStyle/>
          <a:p>
            <a:pPr lvl="0"/>
            <a:r>
              <a:rPr lang="en-US" sz="3600" b="1"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latin typeface="Times New Roman" panose="02020603050405020304" pitchFamily="18" charset="0"/>
                <a:ea typeface="Calibri"/>
                <a:cs typeface="Times New Roman" panose="02020603050405020304" pitchFamily="18" charset="0"/>
                <a:sym typeface="Calibri"/>
              </a:rPr>
              <a:t>Architecture blueprint</a:t>
            </a:r>
            <a:r>
              <a:rPr lang="en-US" sz="2400" b="1" dirty="0">
                <a:solidFill>
                  <a:schemeClr val="dk1"/>
                </a:solidFill>
                <a:latin typeface="Calibri"/>
                <a:ea typeface="Calibri"/>
                <a:cs typeface="Calibri"/>
                <a:sym typeface="Calibri"/>
              </a:rPr>
              <a:t>:</a:t>
            </a:r>
            <a:endParaRPr lang="en-US" sz="2400" dirty="0"/>
          </a:p>
        </p:txBody>
      </p:sp>
      <p:sp>
        <p:nvSpPr>
          <p:cNvPr id="4" name="AutoShape 2">
            <a:extLst>
              <a:ext uri="{FF2B5EF4-FFF2-40B4-BE49-F238E27FC236}">
                <a16:creationId xmlns:a16="http://schemas.microsoft.com/office/drawing/2014/main" id="{51B8705E-89D7-B52C-81E9-FB87BA6034FB}"/>
              </a:ext>
            </a:extLst>
          </p:cNvPr>
          <p:cNvSpPr>
            <a:spLocks noChangeAspect="1" noChangeArrowheads="1"/>
          </p:cNvSpPr>
          <p:nvPr/>
        </p:nvSpPr>
        <p:spPr bwMode="auto">
          <a:xfrm>
            <a:off x="5943600" y="3276600"/>
            <a:ext cx="2061148" cy="206114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4">
            <a:extLst>
              <a:ext uri="{FF2B5EF4-FFF2-40B4-BE49-F238E27FC236}">
                <a16:creationId xmlns:a16="http://schemas.microsoft.com/office/drawing/2014/main" id="{D32D1E59-DA8E-7140-845D-BCB5CF38502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6">
            <a:extLst>
              <a:ext uri="{FF2B5EF4-FFF2-40B4-BE49-F238E27FC236}">
                <a16:creationId xmlns:a16="http://schemas.microsoft.com/office/drawing/2014/main" id="{D717A1A0-76E4-D83D-CF94-3DD1132A5BB8}"/>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9" name="Picture 8">
            <a:extLst>
              <a:ext uri="{FF2B5EF4-FFF2-40B4-BE49-F238E27FC236}">
                <a16:creationId xmlns:a16="http://schemas.microsoft.com/office/drawing/2014/main" id="{BD12A09D-F11A-0198-E25E-C608C730F4DA}"/>
              </a:ext>
            </a:extLst>
          </p:cNvPr>
          <p:cNvPicPr>
            <a:picLocks noChangeAspect="1"/>
          </p:cNvPicPr>
          <p:nvPr/>
        </p:nvPicPr>
        <p:blipFill>
          <a:blip r:embed="rId3"/>
          <a:stretch>
            <a:fillRect/>
          </a:stretch>
        </p:blipFill>
        <p:spPr>
          <a:xfrm>
            <a:off x="537590" y="1144125"/>
            <a:ext cx="11004836" cy="5390635"/>
          </a:xfrm>
          <a:prstGeom prst="rect">
            <a:avLst/>
          </a:prstGeom>
          <a:ln>
            <a:noFill/>
          </a:ln>
          <a:effectLst>
            <a:softEdge rad="112500"/>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ln w="6600">
                  <a:solidFill>
                    <a:schemeClr val="accent2"/>
                  </a:solidFill>
                  <a:prstDash val="solid"/>
                </a:ln>
                <a:solidFill>
                  <a:srgbClr val="FFFFFF"/>
                </a:solidFill>
                <a:effectLst>
                  <a:outerShdw dist="38100" dir="2700000" algn="tl" rotWithShape="0">
                    <a:schemeClr val="accent2"/>
                  </a:outerShdw>
                </a:effectLst>
              </a:rPr>
              <a:t>Role of Agentic AI in the solution:</a:t>
            </a:r>
            <a:endParaRPr lang="en-IN" sz="3200" b="1" dirty="0">
              <a:ln w="6600">
                <a:solidFill>
                  <a:schemeClr val="accent2"/>
                </a:solidFill>
                <a:prstDash val="solid"/>
              </a:ln>
              <a:solidFill>
                <a:srgbClr val="FFFFFF"/>
              </a:solidFill>
              <a:effectLst>
                <a:outerShdw dist="38100" dir="2700000" algn="tl" rotWithShape="0">
                  <a:schemeClr val="accent2"/>
                </a:outerShdw>
              </a:effectLst>
            </a:endParaRPr>
          </a:p>
        </p:txBody>
      </p:sp>
      <p:sp>
        <p:nvSpPr>
          <p:cNvPr id="3" name="TextBox 2">
            <a:extLst>
              <a:ext uri="{FF2B5EF4-FFF2-40B4-BE49-F238E27FC236}">
                <a16:creationId xmlns:a16="http://schemas.microsoft.com/office/drawing/2014/main" id="{322462E8-EB3A-DA7D-44CB-4E757803A755}"/>
              </a:ext>
            </a:extLst>
          </p:cNvPr>
          <p:cNvSpPr txBox="1"/>
          <p:nvPr/>
        </p:nvSpPr>
        <p:spPr>
          <a:xfrm>
            <a:off x="269823" y="1002601"/>
            <a:ext cx="7914805" cy="6001643"/>
          </a:xfrm>
          <a:prstGeom prst="rect">
            <a:avLst/>
          </a:prstGeom>
          <a:noFill/>
        </p:spPr>
        <p:txBody>
          <a:bodyPr wrap="square" rtlCol="0">
            <a:spAutoFit/>
          </a:bodyPr>
          <a:lstStyle/>
          <a:p>
            <a:r>
              <a:rPr lang="en-US" sz="1600" b="1" dirty="0"/>
              <a:t>Role of Agentic AI in Recipe Agent:</a:t>
            </a:r>
          </a:p>
          <a:p>
            <a:r>
              <a:rPr lang="en-US" sz="1600" dirty="0"/>
              <a:t>Agentic AI enables the Recipe Preparation Agent to act as an </a:t>
            </a:r>
            <a:r>
              <a:rPr lang="en-US" sz="1600" b="1" dirty="0"/>
              <a:t>autonomous, intelligent system</a:t>
            </a:r>
            <a:r>
              <a:rPr lang="en-US" sz="1600" dirty="0"/>
              <a:t> rather than a simple chatbot. By combining </a:t>
            </a:r>
            <a:r>
              <a:rPr lang="en-US" sz="1600" b="1" dirty="0" err="1"/>
              <a:t>LangFlow</a:t>
            </a:r>
            <a:r>
              <a:rPr lang="en-US" sz="1600" b="1" dirty="0"/>
              <a:t> orchestration, IBM watsonx.ai integration, and </a:t>
            </a:r>
            <a:r>
              <a:rPr lang="en-US" sz="1600" b="1" dirty="0" err="1"/>
              <a:t>LLaMA</a:t>
            </a:r>
            <a:r>
              <a:rPr lang="en-US" sz="1600" b="1" dirty="0"/>
              <a:t> models</a:t>
            </a:r>
            <a:r>
              <a:rPr lang="en-US" sz="1600" dirty="0"/>
              <a:t>, the agent coordinates specialized tasks to deliver adaptive recipe guidance.</a:t>
            </a:r>
          </a:p>
          <a:p>
            <a:r>
              <a:rPr lang="en-US" sz="1600" b="1" dirty="0"/>
              <a:t>Task Specialization</a:t>
            </a:r>
            <a:r>
              <a:rPr lang="en-US" sz="1600" dirty="0"/>
              <a:t> – Even in a minimal setup (Chat Input → </a:t>
            </a:r>
            <a:r>
              <a:rPr lang="en-US" sz="1600" dirty="0" err="1"/>
              <a:t>LLaMA</a:t>
            </a:r>
            <a:r>
              <a:rPr lang="en-US" sz="1600" dirty="0"/>
              <a:t> → Chat Output), the agent can be extended into specialized roles such as recipe retrieval, ingredient adaptation, dietary personalization, and cooking instruction.</a:t>
            </a:r>
          </a:p>
          <a:p>
            <a:r>
              <a:rPr lang="en-US" sz="1600" b="1" dirty="0"/>
              <a:t>Context Awareness</a:t>
            </a:r>
            <a:r>
              <a:rPr lang="en-US" sz="1600" dirty="0"/>
              <a:t> – The agent can adapt recipes based on user inputs like available ingredients, dietary preferences (vegetarian, vegan, gluten-free), or cultural cuisines.</a:t>
            </a:r>
          </a:p>
          <a:p>
            <a:r>
              <a:rPr lang="en-US" sz="1600" b="1" dirty="0"/>
              <a:t>Real-Time Adaptation</a:t>
            </a:r>
            <a:r>
              <a:rPr lang="en-US" sz="1600" dirty="0"/>
              <a:t> – Suggestions evolve dynamically as users provide new inputs (e.g., “I don’t have cream, suggest a substitute”).</a:t>
            </a:r>
          </a:p>
          <a:p>
            <a:r>
              <a:rPr lang="en-US" sz="1600" b="1" dirty="0"/>
              <a:t>Collaboration Between Agents</a:t>
            </a:r>
            <a:r>
              <a:rPr lang="en-US" sz="1600" dirty="0"/>
              <a:t> – When expanded, multiple agents (retrieval, adaptation, preference, instruction) can communicate to ensure accurate and efficient recipe generation.</a:t>
            </a:r>
          </a:p>
          <a:p>
            <a:r>
              <a:rPr lang="en-US" sz="1600" b="1" dirty="0"/>
              <a:t>Personalization</a:t>
            </a:r>
            <a:r>
              <a:rPr lang="en-US" sz="1600" dirty="0"/>
              <a:t> – </a:t>
            </a:r>
            <a:r>
              <a:rPr lang="en-US" sz="1600" dirty="0" err="1"/>
              <a:t>LLaMA</a:t>
            </a:r>
            <a:r>
              <a:rPr lang="en-US" sz="1600" dirty="0"/>
              <a:t> models provide reasoning and summarization, tailoring recipes to user needs while reducing food waste.</a:t>
            </a:r>
          </a:p>
          <a:p>
            <a:r>
              <a:rPr lang="en-US" sz="1600" b="1" dirty="0"/>
              <a:t>Outcome:</a:t>
            </a:r>
          </a:p>
          <a:p>
            <a:r>
              <a:rPr lang="en-US" sz="1600" dirty="0"/>
              <a:t>Agentic AI makes your Recipe Agent </a:t>
            </a:r>
            <a:r>
              <a:rPr lang="en-US" sz="1600" b="1" dirty="0"/>
              <a:t>proactive, personalized, and goal-driven</a:t>
            </a:r>
            <a:r>
              <a:rPr lang="en-US" sz="1600" dirty="0"/>
              <a:t>. Instead of just answering queries, it acts like a smart digital cooking assistant—helping users prepare meals with what they have, guiding them step by step, and promoting sustainable cooking practices.</a:t>
            </a:r>
          </a:p>
          <a:p>
            <a:r>
              <a:rPr lang="en-US" sz="1600" dirty="0"/>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03E202A4-4FE8-E2DB-0B55-96D607331D32}"/>
              </a:ext>
            </a:extLst>
          </p:cNvPr>
          <p:cNvSpPr>
            <a:spLocks noGrp="1" noChangeArrowheads="1"/>
          </p:cNvSpPr>
          <p:nvPr>
            <p:ph type="body" idx="1"/>
          </p:nvPr>
        </p:nvSpPr>
        <p:spPr bwMode="auto">
          <a:xfrm>
            <a:off x="823210" y="1312357"/>
            <a:ext cx="9700647"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LangFlow</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Used for designing and orchestrating the agent workflow visually. In your setup, it connects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Chat Input → </a:t>
            </a: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LLaMA</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Model → Chat Output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handle recipe queries and responses.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LLaMA</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Model (Meta)</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Core large language model for natural language understanding, reasoning, and personalization. It generates recipe suggestions, substitutions, and step‑by‑step cooking instructions.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IBM Cloud</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Provides the infrastructure to build, deploy, and scale the Recipe Agent efficiently. Ensures a reliable, secure, and scalable environment for deployment.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RAG (Retrieval-Augmented Generation)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Enables the agent to fetch real recipe data first, then generate intelligent answers. This makes the Recipe Agent more trustworthy and effective.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IBM watsonx.ai</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Handles model deployment, embeddings, and AI governance. It integrates the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LLaMA</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model into the workflow and ensures scalability.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Vector Database (FAISS/Chroma)</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Stores recipe embeddings for RAG-based retrieval. Allows quick and accurate recipe searches and adaptations based on user inputs.</a:t>
            </a:r>
          </a:p>
        </p:txBody>
      </p:sp>
      <p:sp>
        <p:nvSpPr>
          <p:cNvPr id="5" name="Rectangle 4">
            <a:extLst>
              <a:ext uri="{FF2B5EF4-FFF2-40B4-BE49-F238E27FC236}">
                <a16:creationId xmlns:a16="http://schemas.microsoft.com/office/drawing/2014/main" id="{25576154-6207-EE04-5E51-CD11321004E1}"/>
              </a:ext>
            </a:extLst>
          </p:cNvPr>
          <p:cNvSpPr/>
          <p:nvPr/>
        </p:nvSpPr>
        <p:spPr>
          <a:xfrm>
            <a:off x="576781" y="209145"/>
            <a:ext cx="5282215" cy="923330"/>
          </a:xfrm>
          <a:prstGeom prst="rect">
            <a:avLst/>
          </a:prstGeom>
          <a:noFill/>
        </p:spPr>
        <p:txBody>
          <a:bodyPr wrap="none" lIns="91440" tIns="45720" rIns="91440" bIns="45720">
            <a:spAutoFit/>
          </a:bodyPr>
          <a:lstStyle/>
          <a:p>
            <a:pPr algn="ctr"/>
            <a:r>
              <a:rPr lang="en-US" sz="54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Times New Roman" panose="02020603050405020304" pitchFamily="18" charset="0"/>
                <a:cs typeface="Times New Roman" panose="02020603050405020304" pitchFamily="18" charset="0"/>
              </a:rPr>
              <a:t>Technology Used:</a:t>
            </a:r>
            <a:endParaRPr lang="en-US" sz="54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spTree>
    <p:extLst>
      <p:ext uri="{BB962C8B-B14F-4D97-AF65-F5344CB8AC3E}">
        <p14:creationId xmlns:p14="http://schemas.microsoft.com/office/powerpoint/2010/main" val="27468052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507417" y="512020"/>
            <a:ext cx="7123176" cy="769441"/>
          </a:xfrm>
          <a:prstGeom prst="rect">
            <a:avLst/>
          </a:prstGeom>
          <a:noFill/>
        </p:spPr>
        <p:txBody>
          <a:bodyPr wrap="square" rtlCol="0">
            <a:spAutoFit/>
          </a:bodyPr>
          <a:lstStyle/>
          <a:p>
            <a:r>
              <a:rPr lang="en-US" sz="4400" dirty="0">
                <a:ln w="0"/>
                <a:gradFill>
                  <a:gsLst>
                    <a:gs pos="21000">
                      <a:srgbClr val="53575C"/>
                    </a:gs>
                    <a:gs pos="88000">
                      <a:srgbClr val="C5C7CA"/>
                    </a:gs>
                  </a:gsLst>
                  <a:lin ang="5400000"/>
                </a:gradFill>
                <a:latin typeface="Times New Roman" panose="02020603050405020304" pitchFamily="18" charset="0"/>
                <a:cs typeface="Times New Roman" panose="02020603050405020304" pitchFamily="18" charset="0"/>
              </a:rPr>
              <a:t>Novelty and Uniqueness:</a:t>
            </a:r>
            <a:endParaRPr lang="en-IN" sz="4400" dirty="0">
              <a:ln w="0"/>
              <a:gradFill>
                <a:gsLst>
                  <a:gs pos="21000">
                    <a:srgbClr val="53575C"/>
                  </a:gs>
                  <a:gs pos="88000">
                    <a:srgbClr val="C5C7CA"/>
                  </a:gs>
                </a:gsLst>
                <a:lin ang="5400000"/>
              </a:gradFill>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49D22E98-F3C2-61EB-E92F-905A055C20BB}"/>
              </a:ext>
            </a:extLst>
          </p:cNvPr>
          <p:cNvSpPr>
            <a:spLocks noChangeArrowheads="1"/>
          </p:cNvSpPr>
          <p:nvPr/>
        </p:nvSpPr>
        <p:spPr bwMode="auto">
          <a:xfrm>
            <a:off x="367448" y="1406166"/>
            <a:ext cx="10894740"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Multi-Agent Intelligence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Instead of a simple chatbot, the system can be extended into multiple specialized agents (retrieval, adaptation, dietary preference, cooking instruction)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that collaborate to deliver accurate and context‑aware recipe guidance.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RAG‑Based Accuracy</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Integrates real‑time recipe retrieval with AI generation, reducing misinformation and ensuring trustworthy cooking suggestions.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Hyper‑Personalization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Tailors recipes based on available ingredients, dietary restrictions (vegetarian, vegan, gluten‑free), and cultural cuisines.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Real‑Time Adaptation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Continuously updates recipe suggestions as users provide new inputs (e.g., missing ingredients or substitutions).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Multi‑Modal Input (Future Scope)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Can be extended to support text, voice, or image‑based ingredient queries for better usability.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Sustainable Cooking Focus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Goes beyond recipe generation to actively reduce food waste by maximizing use of pantry items.</a:t>
            </a:r>
          </a:p>
          <a:p>
            <a:pPr lvl="0" eaLnBrk="0" fontAlgn="base" hangingPunct="0">
              <a:spcBef>
                <a:spcPct val="0"/>
              </a:spcBef>
              <a:spcAft>
                <a:spcPct val="0"/>
              </a:spcAft>
              <a:buClrTx/>
              <a:buFontTx/>
              <a:buChar char="•"/>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Scalable &amp; Enterprise‑Ready-</a:t>
            </a:r>
            <a:r>
              <a:rPr lang="en-US" sz="2000" dirty="0">
                <a:latin typeface="Times New Roman" panose="02020603050405020304" pitchFamily="18" charset="0"/>
                <a:cs typeface="Times New Roman" panose="02020603050405020304" pitchFamily="18" charset="0"/>
              </a:rPr>
              <a:t>Built on </a:t>
            </a:r>
            <a:r>
              <a:rPr lang="en-US" sz="2000" b="1" dirty="0">
                <a:latin typeface="Times New Roman" panose="02020603050405020304" pitchFamily="18" charset="0"/>
                <a:cs typeface="Times New Roman" panose="02020603050405020304" pitchFamily="18" charset="0"/>
              </a:rPr>
              <a:t>IBM watsonx.ai</a:t>
            </a:r>
            <a:r>
              <a:rPr lang="en-US" sz="2000" dirty="0">
                <a:latin typeface="Times New Roman" panose="02020603050405020304" pitchFamily="18" charset="0"/>
                <a:cs typeface="Times New Roman" panose="02020603050405020304" pitchFamily="18" charset="0"/>
              </a:rPr>
              <a:t> with </a:t>
            </a:r>
            <a:r>
              <a:rPr lang="en-US" sz="2000" b="1" dirty="0" err="1">
                <a:latin typeface="Times New Roman" panose="02020603050405020304" pitchFamily="18" charset="0"/>
                <a:cs typeface="Times New Roman" panose="02020603050405020304" pitchFamily="18" charset="0"/>
              </a:rPr>
              <a:t>LLaMA</a:t>
            </a:r>
            <a:r>
              <a:rPr lang="en-US" sz="2000" b="1" dirty="0">
                <a:latin typeface="Times New Roman" panose="02020603050405020304" pitchFamily="18" charset="0"/>
                <a:cs typeface="Times New Roman" panose="02020603050405020304" pitchFamily="18" charset="0"/>
              </a:rPr>
              <a:t> models</a:t>
            </a:r>
            <a:r>
              <a:rPr lang="en-US" sz="2000" dirty="0">
                <a:latin typeface="Times New Roman" panose="02020603050405020304" pitchFamily="18" charset="0"/>
                <a:cs typeface="Times New Roman" panose="02020603050405020304" pitchFamily="18" charset="0"/>
              </a:rPr>
              <a:t>, ensuring reliability, governance, and adaptability for larger deployments.</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17964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a:t>
            </a:r>
            <a:endParaRPr sz="2400" b="1" dirty="0">
              <a:sym typeface="Times New Roman"/>
            </a:endParaRPr>
          </a:p>
        </p:txBody>
      </p:sp>
      <p:sp>
        <p:nvSpPr>
          <p:cNvPr id="279" name="Google Shape;279;p18">
            <a:extLst>
              <a:ext uri="{FF2B5EF4-FFF2-40B4-BE49-F238E27FC236}">
                <a16:creationId xmlns:a16="http://schemas.microsoft.com/office/drawing/2014/main" id="{15507A2F-9304-7475-5C74-2BAA93879CFE}"/>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Please create public </a:t>
            </a:r>
            <a:r>
              <a:rPr lang="en-US" sz="1850" b="0" i="0" u="none" strike="noStrike" cap="none" dirty="0" err="1">
                <a:solidFill>
                  <a:srgbClr val="2B3541"/>
                </a:solidFill>
                <a:latin typeface="Times New Roman"/>
                <a:ea typeface="Times New Roman"/>
                <a:cs typeface="Times New Roman"/>
                <a:sym typeface="Times New Roman"/>
              </a:rPr>
              <a:t>github</a:t>
            </a:r>
            <a:r>
              <a:rPr lang="en-US" sz="1850" b="0" i="0" u="none" strike="noStrike" cap="none" dirty="0">
                <a:solidFill>
                  <a:srgbClr val="2B3541"/>
                </a:solidFill>
                <a:latin typeface="Times New Roman"/>
                <a:ea typeface="Times New Roman"/>
                <a:cs typeface="Times New Roman"/>
                <a:sym typeface="Times New Roman"/>
              </a:rPr>
              <a:t> repository (Enable Add README  button while creating repository) with format – </a:t>
            </a:r>
          </a:p>
          <a:p>
            <a:pPr marL="0" marR="0" lvl="0" indent="0" algn="l" rtl="0">
              <a:lnSpc>
                <a:spcPct val="162162"/>
              </a:lnSpc>
              <a:spcBef>
                <a:spcPts val="0"/>
              </a:spcBef>
              <a:spcAft>
                <a:spcPts val="0"/>
              </a:spcAft>
              <a:buClr>
                <a:srgbClr val="2B3541"/>
              </a:buClr>
              <a:buSzPts val="1850"/>
              <a:buFont typeface="Times New Roman"/>
              <a:buNone/>
            </a:pPr>
            <a:r>
              <a:rPr lang="en-US" sz="1850" dirty="0">
                <a:solidFill>
                  <a:srgbClr val="2B3541"/>
                </a:solidFill>
                <a:latin typeface="Times New Roman"/>
                <a:ea typeface="Times New Roman"/>
                <a:cs typeface="Times New Roman"/>
                <a:sym typeface="Times New Roman"/>
              </a:rPr>
              <a:t>Please test and Paste the working  </a:t>
            </a: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URL –</a:t>
            </a:r>
          </a:p>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Make sure you have Uploaded following three files into your </a:t>
            </a:r>
            <a:r>
              <a:rPr lang="en-US" sz="1850" b="1" dirty="0" err="1">
                <a:solidFill>
                  <a:srgbClr val="2B3541"/>
                </a:solidFill>
                <a:latin typeface="Times New Roman"/>
                <a:ea typeface="Times New Roman"/>
                <a:cs typeface="Times New Roman"/>
                <a:sym typeface="Times New Roman"/>
              </a:rPr>
              <a:t>github</a:t>
            </a:r>
            <a:r>
              <a:rPr lang="en-US" sz="1850" b="1" dirty="0">
                <a:solidFill>
                  <a:srgbClr val="2B3541"/>
                </a:solidFill>
                <a:latin typeface="Times New Roman"/>
                <a:ea typeface="Times New Roman"/>
                <a:cs typeface="Times New Roman"/>
                <a:sym typeface="Times New Roman"/>
              </a:rPr>
              <a:t> repository  </a:t>
            </a:r>
            <a:br>
              <a:rPr lang="en-US" sz="1850" dirty="0">
                <a:solidFill>
                  <a:srgbClr val="2B3541"/>
                </a:solidFill>
                <a:latin typeface="Times New Roman"/>
                <a:ea typeface="Times New Roman"/>
                <a:cs typeface="Times New Roman"/>
                <a:sym typeface="Times New Roman"/>
              </a:rPr>
            </a:br>
            <a:r>
              <a:rPr lang="en-US" sz="1850" dirty="0">
                <a:solidFill>
                  <a:srgbClr val="2B3541"/>
                </a:solidFill>
                <a:latin typeface="Times New Roman"/>
                <a:ea typeface="Times New Roman"/>
                <a:cs typeface="Times New Roman"/>
                <a:sym typeface="Times New Roman"/>
              </a:rPr>
              <a:t>1) </a:t>
            </a:r>
            <a:r>
              <a:rPr lang="en-US" sz="1850" dirty="0" err="1">
                <a:solidFill>
                  <a:srgbClr val="2B3541"/>
                </a:solidFill>
                <a:latin typeface="Times New Roman"/>
                <a:ea typeface="Times New Roman"/>
                <a:cs typeface="Times New Roman"/>
                <a:sym typeface="Times New Roman"/>
              </a:rPr>
              <a:t>app.json</a:t>
            </a:r>
            <a:r>
              <a:rPr lang="en-US" sz="1850" dirty="0">
                <a:solidFill>
                  <a:srgbClr val="2B3541"/>
                </a:solidFill>
                <a:latin typeface="Times New Roman"/>
                <a:ea typeface="Times New Roman"/>
                <a:cs typeface="Times New Roman"/>
                <a:sym typeface="Times New Roman"/>
              </a:rPr>
              <a:t> file , 2) yourproblemstatement.pdf file  3) your projectpresntation.pptx file 4)any other files </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154848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634107" y="92962"/>
            <a:ext cx="6444496" cy="1241163"/>
          </a:xfrm>
          <a:prstGeom prst="rect">
            <a:avLst/>
          </a:prstGeom>
          <a:noFill/>
          <a:ln>
            <a:noFill/>
          </a:ln>
        </p:spPr>
        <p:txBody>
          <a:bodyPr spcFirstLastPara="1" wrap="square" lIns="0" tIns="0" rIns="0" bIns="0" anchor="t" anchorCtr="0">
            <a:noAutofit/>
            <a:scene3d>
              <a:camera prst="orthographicFront"/>
              <a:lightRig rig="harsh" dir="t"/>
            </a:scene3d>
            <a:sp3d extrusionH="57150" prstMaterial="matte">
              <a:bevelT w="63500" h="12700" prst="angle"/>
              <a:contourClr>
                <a:schemeClr val="bg1">
                  <a:lumMod val="65000"/>
                </a:schemeClr>
              </a:contourClr>
            </a:sp3d>
          </a:bodyPr>
          <a:lstStyle/>
          <a:p>
            <a:pPr marL="0" marR="0" lvl="0" indent="0" algn="l" rtl="0">
              <a:lnSpc>
                <a:spcPct val="157142"/>
              </a:lnSpc>
              <a:spcBef>
                <a:spcPts val="0"/>
              </a:spcBef>
              <a:spcAft>
                <a:spcPts val="0"/>
              </a:spcAft>
              <a:buClr>
                <a:srgbClr val="051D3A"/>
              </a:buClr>
              <a:buSzPts val="3500"/>
              <a:buFont typeface="Times New Roman"/>
              <a:buNone/>
            </a:pPr>
            <a:r>
              <a:rPr lang="en-US" sz="4400" b="1" dirty="0">
                <a:ln/>
                <a:solidFill>
                  <a:schemeClr val="accent3"/>
                </a:solidFill>
                <a:latin typeface="Times New Roman" panose="02020603050405020304" pitchFamily="18" charset="0"/>
                <a:cs typeface="Times New Roman" panose="02020603050405020304" pitchFamily="18" charset="0"/>
                <a:sym typeface="Times New Roman"/>
              </a:rPr>
              <a:t>Future Scope: </a:t>
            </a:r>
            <a:endParaRPr sz="4400" b="1" dirty="0">
              <a:ln/>
              <a:solidFill>
                <a:schemeClr val="accent3"/>
              </a:solidFill>
              <a:latin typeface="Times New Roman" panose="02020603050405020304" pitchFamily="18" charset="0"/>
              <a:cs typeface="Times New Roman" panose="02020603050405020304" pitchFamily="18" charset="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528690" y="3684251"/>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lang="en-US"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 name="Rectangle 1">
            <a:extLst>
              <a:ext uri="{FF2B5EF4-FFF2-40B4-BE49-F238E27FC236}">
                <a16:creationId xmlns:a16="http://schemas.microsoft.com/office/drawing/2014/main" id="{C4739D84-E709-0A4B-B058-27C221ADA188}"/>
              </a:ext>
            </a:extLst>
          </p:cNvPr>
          <p:cNvSpPr>
            <a:spLocks noChangeArrowheads="1"/>
          </p:cNvSpPr>
          <p:nvPr/>
        </p:nvSpPr>
        <p:spPr bwMode="auto">
          <a:xfrm>
            <a:off x="486847" y="1448781"/>
            <a:ext cx="11298265"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Integration with Smart Kitchen &amp; IoT Devices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The Recipe Agent can be connected with smart kitchen appliances (like ovens, induction stoves, or refrigerators) to automate cooking steps and track ingredient availability. This will enable real-time recipe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adjustments based on what’s physically present in the kitchen.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AI-Powered Voice Assistant &amp; Multilingual Support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Adding a voice-enabled assistant with multilingual capabilities will allow users to interact naturally in their preferred language. This makes the solution more inclusive and accessible, especially in regions with diverse linguistic backgrounds.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Nutritional Analysis &amp; Health Recommendations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Future versions can analyze the nutritional value of recipes (calories, macros, vitamins) and provide health-focused suggestions, such as diabetic-friendly or heart-healthy meal plans.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Community &amp; Recipe Sharing Platform</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Users can share their customized recipes, substitutions, and cooking tips within a community dashboard. This fosters collaboration and builds a knowledge base of sustainable cooking practices.</a:t>
            </a:r>
          </a:p>
          <a:p>
            <a:pPr lvl="0" eaLnBrk="0" fontAlgn="base" hangingPunct="0">
              <a:spcBef>
                <a:spcPct val="0"/>
              </a:spcBef>
              <a:spcAft>
                <a:spcPct val="0"/>
              </a:spcAft>
              <a:buClrTx/>
              <a:buFontTx/>
              <a:buChar char="•"/>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Multi-Modal Input Expansion-</a:t>
            </a:r>
            <a:r>
              <a:rPr lang="en-US" sz="2000" dirty="0">
                <a:latin typeface="Times New Roman" panose="02020603050405020304" pitchFamily="18" charset="0"/>
                <a:cs typeface="Times New Roman" panose="02020603050405020304" pitchFamily="18" charset="0"/>
              </a:rPr>
              <a:t>Beyond text, the agent can support </a:t>
            </a:r>
            <a:r>
              <a:rPr lang="en-US" sz="2000" b="1" dirty="0">
                <a:latin typeface="Times New Roman" panose="02020603050405020304" pitchFamily="18" charset="0"/>
                <a:cs typeface="Times New Roman" panose="02020603050405020304" pitchFamily="18" charset="0"/>
              </a:rPr>
              <a:t>voice and image-based inputs</a:t>
            </a:r>
            <a:r>
              <a:rPr lang="en-US" sz="2000" dirty="0">
                <a:latin typeface="Times New Roman" panose="02020603050405020304" pitchFamily="18" charset="0"/>
                <a:cs typeface="Times New Roman" panose="02020603050405020304" pitchFamily="18" charset="0"/>
              </a:rPr>
              <a:t> (e.g., scanning pantry items or uploading ingredient photos) to make recipe generation more intuitive and user-friendly.</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367067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1638</TotalTime>
  <Words>1709</Words>
  <Application>Microsoft Office PowerPoint</Application>
  <PresentationFormat>Widescreen</PresentationFormat>
  <Paragraphs>110</Paragraphs>
  <Slides>14</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Algerian</vt: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LangFlow Components Used: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A Navya sree</cp:lastModifiedBy>
  <cp:revision>22</cp:revision>
  <dcterms:created xsi:type="dcterms:W3CDTF">2025-07-08T05:06:56Z</dcterms:created>
  <dcterms:modified xsi:type="dcterms:W3CDTF">2026-06-03T14:12:20Z</dcterms:modified>
</cp:coreProperties>
</file>